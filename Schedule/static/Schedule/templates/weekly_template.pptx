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612BC-0776-AD14-0D92-8DC21E906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23AB5-01CB-590F-3EA6-D134C904A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0C092-4F85-F730-EF90-31DD6C41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76E1D-0EF5-53C8-439B-0F6CC8E3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D690A-82CF-891E-58C2-E079DFBC6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719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CAE9-027E-958B-03FD-65C3FF83B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6EA1D-FB88-36AD-C0E3-02C752E68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9BF8A-50AA-8778-EBEA-3B1B444F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7F985-5EC9-80AE-65F2-36D47DF5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57B2-F96C-1BC2-D4AA-83FE703E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182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D606-9569-6A0E-E32E-30DE82BC0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C3196-B522-14AF-6B85-C893C378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AA22F-C89D-9C4B-76EE-FA2E13AE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F6B85-3738-6A03-A302-6777A0DC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0AF6F-1331-5B56-EA13-245B9BE2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45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F9A2-D54F-2FA2-A066-BB2FB3AF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5E5CB-471C-91D2-5847-0FD6D2555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6C81A-A653-2F5C-9FF1-1DC795E7F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1AD08-AB51-233A-BB0C-FFC4B893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0957F-0C43-F31D-5F67-510ED26C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01073-2A45-EB93-31FD-AC70824A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7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8C1E-7E1E-4364-426D-5691F093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29FB4-E2B7-4BA5-5577-F40178EAC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A298E-D938-2307-47F6-63FD5EABA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0BE20-6D96-B62B-58A9-DB516436E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F5E4F-C25E-2F08-8B13-780925577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503C2-EDAC-AE6A-1C12-85A5E0495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F82CF1-D7B1-1A8E-06F7-4F2F01F57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92DF5-B8DD-887C-B8EB-0C6F3B60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94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BB29-C1C7-0FAE-561C-A2B4D50F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1853B-C683-226D-5D03-81D033BD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7338E-E412-DDCD-A776-23585676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8B9ED1-3B74-E2DE-B307-2E819097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5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64A3B-FA55-2777-6EE5-66DC3023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544CF0-30C4-163E-4807-F4A1C9F9C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15D66-CADF-F881-4CEE-A73FADD2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975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394B-4099-678D-76FB-57EBCE13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9D406-B2B5-C3E5-52A5-47314F1FD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EB0E1-EC87-6DEE-DF24-7941FE8A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39BCA-6AF3-C359-30A8-405EB4B5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DA8AC-60BC-082A-DBB7-12EC85BB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B372F-14F0-3DE3-7E3E-398A2BDE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3334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1640-87B9-7008-C659-3190B4552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A01DED-5542-FE66-3F8E-3D85685B0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0D826-35C0-98F8-DC0F-31BB6E502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83DA7-F652-3182-A304-04E61FB5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DF141-540D-4D2C-360F-93EDB01AE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B63F7-227C-285A-FB72-3D221BFF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243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A70B-243E-4632-A47A-0BE115FD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4F4D6-EDE9-BEF1-6A5F-2655322AA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3AAC7-0A48-189B-A8C6-E4185B20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B3565-31CD-CD77-4734-5448733A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B3C1B-A740-A9E9-5037-611FAE69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950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8804B-4B7C-B7C4-12B2-69BFF2F77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DB80B-8264-E41A-B94E-AF19288BD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C781D-2FF9-6172-E35E-BF9A233C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36E1E-AB87-00CC-8396-5EFF6440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588B-C6A9-C3EA-2A1A-5913A547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498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2"/>
            </a:gs>
            <a:gs pos="83000">
              <a:schemeClr val="accent2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9134B1-EF79-D4A3-EBD9-3161AF83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16A12-F9DF-F4F3-6182-F2D0C4145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EF790-4F1F-2E89-DFAF-413B9F9EF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8E0E2-8B97-4CF0-83F6-F27E43168C84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6645-916C-685F-A880-12AEBAF22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797F3-9821-36B8-9221-D1FF57102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040A6-6454-4B50-84E8-445B722935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53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E38152-84AC-4561-AB67-388D04DE3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057" y="1122363"/>
            <a:ext cx="1914286" cy="191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084BC2-94CB-74A5-510C-B24C72536565}"/>
              </a:ext>
            </a:extLst>
          </p:cNvPr>
          <p:cNvSpPr txBox="1"/>
          <p:nvPr/>
        </p:nvSpPr>
        <p:spPr>
          <a:xfrm>
            <a:off x="835572" y="3463159"/>
            <a:ext cx="10520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/>
              <a:t>EDEL FAHRBAHNMARKIERUNG</a:t>
            </a:r>
          </a:p>
        </p:txBody>
      </p:sp>
    </p:spTree>
    <p:extLst>
      <p:ext uri="{BB962C8B-B14F-4D97-AF65-F5344CB8AC3E}">
        <p14:creationId xmlns:p14="http://schemas.microsoft.com/office/powerpoint/2010/main" val="19820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split orient="vert"/>
      </p:transition>
    </mc:Choice>
    <mc:Fallback xmlns="">
      <p:transition spd="slow" advClick="0" advTm="2000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2"/>
            </a:gs>
            <a:gs pos="83000">
              <a:schemeClr val="accent2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CF2E4F9-8CB0-A1A2-7919-A7A14FB637E2}"/>
              </a:ext>
            </a:extLst>
          </p:cNvPr>
          <p:cNvSpPr txBox="1"/>
          <p:nvPr/>
        </p:nvSpPr>
        <p:spPr>
          <a:xfrm>
            <a:off x="328769" y="216652"/>
            <a:ext cx="3867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latin typeface="Carnas-ExtraBold" panose="02000503000000020004" pitchFamily="50" charset="0"/>
              </a:rPr>
              <a:t>{{WEEK_NUMBER}}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8B123C-8E7C-CEAE-1F3E-ABDBCCD5EFB1}"/>
              </a:ext>
            </a:extLst>
          </p:cNvPr>
          <p:cNvSpPr txBox="1"/>
          <p:nvPr/>
        </p:nvSpPr>
        <p:spPr>
          <a:xfrm>
            <a:off x="4341286" y="200516"/>
            <a:ext cx="328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200">
                <a:latin typeface="Carnas-ExtraBold" panose="02000503000000020004" pitchFamily="50" charset="0"/>
              </a:defRPr>
            </a:lvl1pPr>
          </a:lstStyle>
          <a:p>
            <a:r>
              <a:rPr lang="de-DE" dirty="0"/>
              <a:t>{{DAY}}</a:t>
            </a:r>
          </a:p>
        </p:txBody>
      </p:sp>
      <p:sp>
        <p:nvSpPr>
          <p:cNvPr id="21" name="TextBox 20" descr="{{DATE}}">
            <a:extLst>
              <a:ext uri="{FF2B5EF4-FFF2-40B4-BE49-F238E27FC236}">
                <a16:creationId xmlns:a16="http://schemas.microsoft.com/office/drawing/2014/main" id="{9F6AC907-BC5A-778B-4A95-E959A2A650FE}"/>
              </a:ext>
            </a:extLst>
          </p:cNvPr>
          <p:cNvSpPr txBox="1"/>
          <p:nvPr/>
        </p:nvSpPr>
        <p:spPr>
          <a:xfrm>
            <a:off x="7615473" y="200517"/>
            <a:ext cx="3604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200">
                <a:latin typeface="Carnas-ExtraBold" panose="02000503000000020004" pitchFamily="50" charset="0"/>
              </a:defRPr>
            </a:lvl1pPr>
          </a:lstStyle>
          <a:p>
            <a:r>
              <a:rPr lang="de-DE" dirty="0"/>
              <a:t>{{DATE}}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AF77D3-161A-2BDF-E826-349B81AAB203}"/>
              </a:ext>
            </a:extLst>
          </p:cNvPr>
          <p:cNvSpPr txBox="1"/>
          <p:nvPr/>
        </p:nvSpPr>
        <p:spPr>
          <a:xfrm>
            <a:off x="570292" y="1634347"/>
            <a:ext cx="194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Contact </a:t>
            </a:r>
            <a:r>
              <a:rPr lang="de-DE" sz="2400" b="1" dirty="0" err="1"/>
              <a:t>No</a:t>
            </a:r>
            <a:r>
              <a:rPr lang="de-DE" sz="2400" b="1" dirty="0"/>
              <a:t>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C3BED1-7159-539B-2D31-AC5625986D96}"/>
              </a:ext>
            </a:extLst>
          </p:cNvPr>
          <p:cNvSpPr txBox="1"/>
          <p:nvPr/>
        </p:nvSpPr>
        <p:spPr>
          <a:xfrm>
            <a:off x="140208" y="2157851"/>
            <a:ext cx="2291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Contact Name: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03B731-5A57-E132-6E38-8DDF9E37C975}"/>
              </a:ext>
            </a:extLst>
          </p:cNvPr>
          <p:cNvSpPr txBox="1"/>
          <p:nvPr/>
        </p:nvSpPr>
        <p:spPr>
          <a:xfrm>
            <a:off x="1012567" y="2798171"/>
            <a:ext cx="1418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Address</a:t>
            </a:r>
            <a:r>
              <a:rPr lang="de-DE" sz="2400" b="1" dirty="0"/>
              <a:t>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EF8921-1215-BC49-D4D9-EDB50E331D23}"/>
              </a:ext>
            </a:extLst>
          </p:cNvPr>
          <p:cNvSpPr txBox="1"/>
          <p:nvPr/>
        </p:nvSpPr>
        <p:spPr>
          <a:xfrm>
            <a:off x="976835" y="3367332"/>
            <a:ext cx="1574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Weather: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FB062D-429F-4C86-B419-7C66AFE8AC75}"/>
              </a:ext>
            </a:extLst>
          </p:cNvPr>
          <p:cNvSpPr txBox="1"/>
          <p:nvPr/>
        </p:nvSpPr>
        <p:spPr>
          <a:xfrm>
            <a:off x="2475187" y="1545020"/>
            <a:ext cx="2611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23-0266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8A8B41-F0AA-A126-B38D-C6F9CC6A5128}"/>
              </a:ext>
            </a:extLst>
          </p:cNvPr>
          <p:cNvSpPr txBox="1"/>
          <p:nvPr/>
        </p:nvSpPr>
        <p:spPr>
          <a:xfrm>
            <a:off x="2511974" y="2157850"/>
            <a:ext cx="4246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Dillmann Aschaffenburger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00EF5D-8A10-2755-A908-F103EF322FB6}"/>
              </a:ext>
            </a:extLst>
          </p:cNvPr>
          <p:cNvSpPr txBox="1"/>
          <p:nvPr/>
        </p:nvSpPr>
        <p:spPr>
          <a:xfrm>
            <a:off x="2475186" y="2788232"/>
            <a:ext cx="362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Wiesbaden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BCE1CB-3A10-ED67-A573-7673FF4DBCC1}"/>
              </a:ext>
            </a:extLst>
          </p:cNvPr>
          <p:cNvSpPr txBox="1"/>
          <p:nvPr/>
        </p:nvSpPr>
        <p:spPr>
          <a:xfrm>
            <a:off x="2475186" y="3349540"/>
            <a:ext cx="2808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25°C  |  💨 1m/s  |  Ein paar Wolken</a:t>
            </a:r>
          </a:p>
        </p:txBody>
      </p:sp>
      <p:sp>
        <p:nvSpPr>
          <p:cNvPr id="68" name="TextBox 67" descr="{{WORKER_1_NAME}}&#10;">
            <a:extLst>
              <a:ext uri="{FF2B5EF4-FFF2-40B4-BE49-F238E27FC236}">
                <a16:creationId xmlns:a16="http://schemas.microsoft.com/office/drawing/2014/main" id="{D54C624B-5E3A-30F5-F842-A579AD36295E}"/>
              </a:ext>
            </a:extLst>
          </p:cNvPr>
          <p:cNvSpPr txBox="1"/>
          <p:nvPr/>
        </p:nvSpPr>
        <p:spPr>
          <a:xfrm>
            <a:off x="9680026" y="2403515"/>
            <a:ext cx="238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{{WORKER_1_NAME}}</a:t>
            </a:r>
            <a:endParaRPr lang="de-DE" b="1" dirty="0"/>
          </a:p>
        </p:txBody>
      </p:sp>
      <p:sp>
        <p:nvSpPr>
          <p:cNvPr id="70" name="TextBox 69" descr="{{WORKER_1_NAME}}&#10;">
            <a:extLst>
              <a:ext uri="{FF2B5EF4-FFF2-40B4-BE49-F238E27FC236}">
                <a16:creationId xmlns:a16="http://schemas.microsoft.com/office/drawing/2014/main" id="{65E659AD-6C30-C609-ABFC-5E8F4BDAD934}"/>
              </a:ext>
            </a:extLst>
          </p:cNvPr>
          <p:cNvSpPr txBox="1"/>
          <p:nvPr/>
        </p:nvSpPr>
        <p:spPr>
          <a:xfrm>
            <a:off x="9826994" y="4469206"/>
            <a:ext cx="278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{{WORKER_</a:t>
            </a:r>
            <a:r>
              <a:rPr lang="fa-IR" dirty="0"/>
              <a:t>2</a:t>
            </a:r>
            <a:r>
              <a:rPr lang="de-DE" dirty="0"/>
              <a:t>_NAME}}</a:t>
            </a:r>
            <a:endParaRPr dirty="0"/>
          </a:p>
        </p:txBody>
      </p:sp>
      <p:sp>
        <p:nvSpPr>
          <p:cNvPr id="72" name="TextBox 71" descr="{{WORKER_3_NAME}}&#10;">
            <a:extLst>
              <a:ext uri="{FF2B5EF4-FFF2-40B4-BE49-F238E27FC236}">
                <a16:creationId xmlns:a16="http://schemas.microsoft.com/office/drawing/2014/main" id="{51778913-1284-C72B-DF16-157D458A65EB}"/>
              </a:ext>
            </a:extLst>
          </p:cNvPr>
          <p:cNvSpPr txBox="1"/>
          <p:nvPr/>
        </p:nvSpPr>
        <p:spPr>
          <a:xfrm>
            <a:off x="9917028" y="6465538"/>
            <a:ext cx="278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{{WORKER_</a:t>
            </a:r>
            <a:r>
              <a:rPr lang="fa-IR" dirty="0"/>
              <a:t>3</a:t>
            </a:r>
            <a:r>
              <a:rPr lang="de-DE" dirty="0"/>
              <a:t>_NAME}}</a:t>
            </a:r>
            <a:endParaRPr dirty="0"/>
          </a:p>
        </p:txBody>
      </p:sp>
      <p:sp>
        <p:nvSpPr>
          <p:cNvPr id="74" name="TextBox 73" descr="{{WORKER_4_NAME}}&#10;">
            <a:extLst>
              <a:ext uri="{FF2B5EF4-FFF2-40B4-BE49-F238E27FC236}">
                <a16:creationId xmlns:a16="http://schemas.microsoft.com/office/drawing/2014/main" id="{07216C9C-4733-6798-8390-850F8DE79E22}"/>
              </a:ext>
            </a:extLst>
          </p:cNvPr>
          <p:cNvSpPr txBox="1"/>
          <p:nvPr/>
        </p:nvSpPr>
        <p:spPr>
          <a:xfrm>
            <a:off x="7228712" y="2418900"/>
            <a:ext cx="278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{{WORKER_</a:t>
            </a:r>
            <a:r>
              <a:rPr lang="fa-IR" dirty="0"/>
              <a:t>4</a:t>
            </a:r>
            <a:r>
              <a:rPr lang="de-DE" dirty="0"/>
              <a:t>_NAME}}</a:t>
            </a:r>
            <a:endParaRPr dirty="0"/>
          </a:p>
        </p:txBody>
      </p:sp>
      <p:sp>
        <p:nvSpPr>
          <p:cNvPr id="76" name="TextBox 75" descr="{{WORKER_5_NAME}}&#10;">
            <a:extLst>
              <a:ext uri="{FF2B5EF4-FFF2-40B4-BE49-F238E27FC236}">
                <a16:creationId xmlns:a16="http://schemas.microsoft.com/office/drawing/2014/main" id="{AF30D11C-68BC-2FAE-FEB3-3E8AD76FBD44}"/>
              </a:ext>
            </a:extLst>
          </p:cNvPr>
          <p:cNvSpPr txBox="1"/>
          <p:nvPr/>
        </p:nvSpPr>
        <p:spPr>
          <a:xfrm>
            <a:off x="7375070" y="4469206"/>
            <a:ext cx="278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{{WORKER_</a:t>
            </a:r>
            <a:r>
              <a:rPr lang="fa-IR" dirty="0"/>
              <a:t>5</a:t>
            </a:r>
            <a:r>
              <a:rPr lang="de-DE" dirty="0"/>
              <a:t>_NAME}}</a:t>
            </a:r>
            <a:endParaRPr dirty="0"/>
          </a:p>
        </p:txBody>
      </p:sp>
      <p:sp>
        <p:nvSpPr>
          <p:cNvPr id="78" name="TextBox 77" descr="{{WORKER_6_NAME}}&#10;">
            <a:extLst>
              <a:ext uri="{FF2B5EF4-FFF2-40B4-BE49-F238E27FC236}">
                <a16:creationId xmlns:a16="http://schemas.microsoft.com/office/drawing/2014/main" id="{66F15678-D154-0BBD-0858-7BC2C79B0D7E}"/>
              </a:ext>
            </a:extLst>
          </p:cNvPr>
          <p:cNvSpPr txBox="1"/>
          <p:nvPr/>
        </p:nvSpPr>
        <p:spPr>
          <a:xfrm>
            <a:off x="7464243" y="6488668"/>
            <a:ext cx="278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{{WORKER_</a:t>
            </a:r>
            <a:r>
              <a:rPr lang="fa-IR" dirty="0"/>
              <a:t>6</a:t>
            </a:r>
            <a:r>
              <a:rPr lang="de-DE" dirty="0"/>
              <a:t>_NAME}}</a:t>
            </a:r>
            <a:endParaRPr dirty="0"/>
          </a:p>
        </p:txBody>
      </p:sp>
      <p:pic>
        <p:nvPicPr>
          <p:cNvPr id="91" name="Personel 1" descr="{{WORKER_1_PHOTO}}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1767" y="819515"/>
            <a:ext cx="1584000" cy="1584000"/>
          </a:xfrm>
          <a:prstGeom prst="ellipse">
            <a:avLst/>
          </a:prstGeom>
          <a:noFill/>
          <a:ln w="6350" cap="rnd">
            <a:solidFill>
              <a:srgbClr val="92D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2" name="Personel 2" descr="{{WORKER_2_PHOTO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7" y="2806164"/>
            <a:ext cx="1584000" cy="1584000"/>
          </a:xfrm>
          <a:prstGeom prst="ellipse">
            <a:avLst/>
          </a:prstGeom>
          <a:ln w="6350" cap="rnd">
            <a:solidFill>
              <a:srgbClr val="92D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3" name="Personel 3" descr="{{WORKER_3_PHOTO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7" y="4883577"/>
            <a:ext cx="1584000" cy="1584000"/>
          </a:xfrm>
          <a:prstGeom prst="ellipse">
            <a:avLst/>
          </a:prstGeom>
          <a:ln w="6350" cap="rnd">
            <a:solidFill>
              <a:srgbClr val="92D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4" name="Personel 4" descr="{{WORKER_4_PHOTO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466" y="819515"/>
            <a:ext cx="1620000" cy="1620000"/>
          </a:xfrm>
          <a:prstGeom prst="ellipse">
            <a:avLst/>
          </a:prstGeom>
          <a:ln w="6350" cap="rnd">
            <a:solidFill>
              <a:srgbClr val="92D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5" name="Personel 5" descr="{{WORKER_5_PHOTO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781" y="2806164"/>
            <a:ext cx="1620000" cy="1620000"/>
          </a:xfrm>
          <a:prstGeom prst="ellipse">
            <a:avLst/>
          </a:prstGeom>
          <a:ln w="6350" cap="rnd">
            <a:solidFill>
              <a:srgbClr val="92D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6" name="Personel 6" descr="{{WORKER_6_PHOTO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498" y="4883577"/>
            <a:ext cx="1620000" cy="1620000"/>
          </a:xfrm>
          <a:prstGeom prst="ellipse">
            <a:avLst/>
          </a:prstGeom>
          <a:ln w="6350" cap="rnd">
            <a:solidFill>
              <a:srgbClr val="92D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Carnas-ExtraBold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Jamei</dc:creator>
  <cp:lastModifiedBy>Ahmad Jamei</cp:lastModifiedBy>
  <cp:revision>17</cp:revision>
  <dcterms:created xsi:type="dcterms:W3CDTF">2026-07-09T13:21:22Z</dcterms:created>
  <dcterms:modified xsi:type="dcterms:W3CDTF">2026-07-11T13:30:14Z</dcterms:modified>
</cp:coreProperties>
</file>
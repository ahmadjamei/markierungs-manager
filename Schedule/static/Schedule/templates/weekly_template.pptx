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10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612BC-0776-AD14-0D92-8DC21E9064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23AB5-01CB-590F-3EA6-D134C904AF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0C092-4F85-F730-EF90-31DD6C418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E0E2-8B97-4CF0-83F6-F27E43168C84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976E1D-0EF5-53C8-439B-0F6CC8E38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5D690A-82CF-891E-58C2-E079DFBC6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040A6-6454-4B50-84E8-445B722935E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7191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6CAE9-027E-958B-03FD-65C3FF83B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6EA1D-FB88-36AD-C0E3-02C752E68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9BF8A-50AA-8778-EBEA-3B1B444F4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E0E2-8B97-4CF0-83F6-F27E43168C84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77F985-5EC9-80AE-65F2-36D47DF55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A57B2-F96C-1BC2-D4AA-83FE703EF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040A6-6454-4B50-84E8-445B722935E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1824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6D606-9569-6A0E-E32E-30DE82BC0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0C3196-B522-14AF-6B85-C893C378A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AA22F-C89D-9C4B-76EE-FA2E13AE9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E0E2-8B97-4CF0-83F6-F27E43168C84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6F6B85-3738-6A03-A302-6777A0DCA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60AF6F-1331-5B56-EA13-245B9BE2B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040A6-6454-4B50-84E8-445B722935E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8452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CF9A2-D54F-2FA2-A066-BB2FB3AFF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5E5CB-471C-91D2-5847-0FD6D25551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F6C81A-A653-2F5C-9FF1-1DC795E7FA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A1AD08-AB51-233A-BB0C-FFC4B893D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E0E2-8B97-4CF0-83F6-F27E43168C84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A0957F-0C43-F31D-5F67-510ED26C1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301073-2A45-EB93-31FD-AC70824A3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040A6-6454-4B50-84E8-445B722935E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572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78C1E-7E1E-4364-426D-5691F0934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29FB4-E2B7-4BA5-5577-F40178EACF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3A298E-D938-2307-47F6-63FD5EABA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10BE20-6D96-B62B-58A9-DB516436EF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5F5E4F-C25E-2F08-8B13-7809255774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4503C2-EDAC-AE6A-1C12-85A5E0495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E0E2-8B97-4CF0-83F6-F27E43168C84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F82CF1-D7B1-1A8E-06F7-4F2F01F57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592DF5-B8DD-887C-B8EB-0C6F3B60E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040A6-6454-4B50-84E8-445B722935E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946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BB29-C1C7-0FAE-561C-A2B4D50F6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D1853B-C683-226D-5D03-81D033BDE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E0E2-8B97-4CF0-83F6-F27E43168C84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D7338E-E412-DDCD-A776-23585676C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8B9ED1-3B74-E2DE-B307-2E819097F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040A6-6454-4B50-84E8-445B722935E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056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B64A3B-FA55-2777-6EE5-66DC30239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E0E2-8B97-4CF0-83F6-F27E43168C84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544CF0-30C4-163E-4807-F4A1C9F9C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15D66-CADF-F881-4CEE-A73FADD2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040A6-6454-4B50-84E8-445B722935E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9753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2394B-4099-678D-76FB-57EBCE130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9D406-B2B5-C3E5-52A5-47314F1FD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9EB0E1-EC87-6DEE-DF24-7941FE8A94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B39BCA-6AF3-C359-30A8-405EB4B5E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E0E2-8B97-4CF0-83F6-F27E43168C84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1DA8AC-60BC-082A-DBB7-12EC85BBA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9B372F-14F0-3DE3-7E3E-398A2BDE5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040A6-6454-4B50-84E8-445B722935E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33341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01640-87B9-7008-C659-3190B4552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A01DED-5542-FE66-3F8E-3D85685B03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B0D826-35C0-98F8-DC0F-31BB6E502A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83DA7-F652-3182-A304-04E61FB52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E0E2-8B97-4CF0-83F6-F27E43168C84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FDF141-540D-4D2C-360F-93EDB01AE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5B63F7-227C-285A-FB72-3D221BFFC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040A6-6454-4B50-84E8-445B722935E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2439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DA70B-243E-4632-A47A-0BE115FD3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24F4D6-EDE9-BEF1-6A5F-2655322AAA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13AAC7-0A48-189B-A8C6-E4185B208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E0E2-8B97-4CF0-83F6-F27E43168C84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B3565-31CD-CD77-4734-5448733A6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3B3C1B-A740-A9E9-5037-611FAE69A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040A6-6454-4B50-84E8-445B722935E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9501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A8804B-4B7C-B7C4-12B2-69BFF2F77E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ADB80B-8264-E41A-B94E-AF19288BDD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BC781D-2FF9-6172-E35E-BF9A233C1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8E0E2-8B97-4CF0-83F6-F27E43168C84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236E1E-AB87-00CC-8396-5EFF64403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70588B-C6A9-C3EA-2A1A-5913A547E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040A6-6454-4B50-84E8-445B722935E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2498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2"/>
            </a:gs>
            <a:gs pos="83000">
              <a:schemeClr val="accent2"/>
            </a:gs>
            <a:gs pos="100000">
              <a:schemeClr val="accent2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9134B1-EF79-D4A3-EBD9-3161AF83D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916A12-F9DF-F4F3-6182-F2D0C4145A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EF790-4F1F-2E89-DFAF-413B9F9EF5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08E0E2-8B97-4CF0-83F6-F27E43168C84}" type="datetimeFigureOut">
              <a:rPr lang="de-DE" smtClean="0"/>
              <a:t>10.07.2026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36645-916C-685F-A880-12AEBAF22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797F3-9821-36B8-9221-D1FF571023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F040A6-6454-4B50-84E8-445B722935E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535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EE38152-84AC-4561-AB67-388D04DE3A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4057" y="1122363"/>
            <a:ext cx="1914286" cy="19142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084BC2-94CB-74A5-510C-B24C72536565}"/>
              </a:ext>
            </a:extLst>
          </p:cNvPr>
          <p:cNvSpPr txBox="1"/>
          <p:nvPr/>
        </p:nvSpPr>
        <p:spPr>
          <a:xfrm>
            <a:off x="835572" y="3463159"/>
            <a:ext cx="1052085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b="1" dirty="0"/>
              <a:t>EDEL FAHRBAHNMARKIERUNG</a:t>
            </a:r>
          </a:p>
        </p:txBody>
      </p:sp>
    </p:spTree>
    <p:extLst>
      <p:ext uri="{BB962C8B-B14F-4D97-AF65-F5344CB8AC3E}">
        <p14:creationId xmlns:p14="http://schemas.microsoft.com/office/powerpoint/2010/main" val="19820737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Click="0" advTm="2000">
        <p:split orient="vert"/>
      </p:transition>
    </mc:Choice>
    <mc:Fallback>
      <p:transition spd="slow" advClick="0" advTm="2000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8CF2E4F9-8CB0-A1A2-7919-A7A14FB637E2}"/>
              </a:ext>
            </a:extLst>
          </p:cNvPr>
          <p:cNvSpPr txBox="1"/>
          <p:nvPr/>
        </p:nvSpPr>
        <p:spPr>
          <a:xfrm>
            <a:off x="241738" y="210207"/>
            <a:ext cx="3867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dirty="0">
                <a:latin typeface="Carnas-ExtraBold" panose="02000503000000020004" pitchFamily="50" charset="0"/>
              </a:rPr>
              <a:t>KW 28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8B123C-8E7C-CEAE-1F3E-ABDBCCD5EFB1}"/>
              </a:ext>
            </a:extLst>
          </p:cNvPr>
          <p:cNvSpPr txBox="1"/>
          <p:nvPr/>
        </p:nvSpPr>
        <p:spPr>
          <a:xfrm>
            <a:off x="4330261" y="210207"/>
            <a:ext cx="3285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3200">
                <a:latin typeface="Carnas-ExtraBold" panose="02000503000000020004" pitchFamily="50" charset="0"/>
              </a:defRPr>
            </a:lvl1pPr>
          </a:lstStyle>
          <a:p>
            <a:r>
              <a:rPr lang="de-DE" dirty="0"/>
              <a:t>Monday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6AC907-BC5A-778B-4A95-E959A2A650FE}"/>
              </a:ext>
            </a:extLst>
          </p:cNvPr>
          <p:cNvSpPr txBox="1"/>
          <p:nvPr/>
        </p:nvSpPr>
        <p:spPr>
          <a:xfrm>
            <a:off x="7615473" y="200517"/>
            <a:ext cx="36048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3200">
                <a:latin typeface="Carnas-ExtraBold" panose="02000503000000020004" pitchFamily="50" charset="0"/>
              </a:defRPr>
            </a:lvl1pPr>
          </a:lstStyle>
          <a:p>
            <a:r>
              <a:rPr lang="de-DE" dirty="0"/>
              <a:t>06.07.2026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AF77D3-161A-2BDF-E826-349B81AAB203}"/>
              </a:ext>
            </a:extLst>
          </p:cNvPr>
          <p:cNvSpPr txBox="1"/>
          <p:nvPr/>
        </p:nvSpPr>
        <p:spPr>
          <a:xfrm>
            <a:off x="570292" y="1634347"/>
            <a:ext cx="1944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Contact </a:t>
            </a:r>
            <a:r>
              <a:rPr lang="de-DE" sz="2400" b="1" dirty="0" err="1"/>
              <a:t>No</a:t>
            </a:r>
            <a:r>
              <a:rPr lang="de-DE" sz="2400" b="1" dirty="0"/>
              <a:t>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C3BED1-7159-539B-2D31-AC5625986D96}"/>
              </a:ext>
            </a:extLst>
          </p:cNvPr>
          <p:cNvSpPr txBox="1"/>
          <p:nvPr/>
        </p:nvSpPr>
        <p:spPr>
          <a:xfrm>
            <a:off x="140208" y="2157851"/>
            <a:ext cx="22912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Contact Name: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03B731-5A57-E132-6E38-8DDF9E37C975}"/>
              </a:ext>
            </a:extLst>
          </p:cNvPr>
          <p:cNvSpPr txBox="1"/>
          <p:nvPr/>
        </p:nvSpPr>
        <p:spPr>
          <a:xfrm>
            <a:off x="1012567" y="2798171"/>
            <a:ext cx="1418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 err="1"/>
              <a:t>Address</a:t>
            </a:r>
            <a:r>
              <a:rPr lang="de-DE" sz="2400" b="1" dirty="0"/>
              <a:t>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EF8921-1215-BC49-D4D9-EDB50E331D23}"/>
              </a:ext>
            </a:extLst>
          </p:cNvPr>
          <p:cNvSpPr txBox="1"/>
          <p:nvPr/>
        </p:nvSpPr>
        <p:spPr>
          <a:xfrm>
            <a:off x="976835" y="3367332"/>
            <a:ext cx="15746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Weather: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FB062D-429F-4C86-B419-7C66AFE8AC75}"/>
              </a:ext>
            </a:extLst>
          </p:cNvPr>
          <p:cNvSpPr txBox="1"/>
          <p:nvPr/>
        </p:nvSpPr>
        <p:spPr>
          <a:xfrm>
            <a:off x="2475187" y="1545020"/>
            <a:ext cx="26118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23-0266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8A8B41-F0AA-A126-B38D-C6F9CC6A5128}"/>
              </a:ext>
            </a:extLst>
          </p:cNvPr>
          <p:cNvSpPr txBox="1"/>
          <p:nvPr/>
        </p:nvSpPr>
        <p:spPr>
          <a:xfrm>
            <a:off x="2511974" y="2157850"/>
            <a:ext cx="42461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Dillmann Aschaffenburger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00EF5D-8A10-2755-A908-F103EF322FB6}"/>
              </a:ext>
            </a:extLst>
          </p:cNvPr>
          <p:cNvSpPr txBox="1"/>
          <p:nvPr/>
        </p:nvSpPr>
        <p:spPr>
          <a:xfrm>
            <a:off x="2475186" y="2788232"/>
            <a:ext cx="3620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Wiesbaden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6BCE1CB-3A10-ED67-A573-7673FF4DBCC1}"/>
              </a:ext>
            </a:extLst>
          </p:cNvPr>
          <p:cNvSpPr txBox="1"/>
          <p:nvPr/>
        </p:nvSpPr>
        <p:spPr>
          <a:xfrm>
            <a:off x="2475186" y="3349540"/>
            <a:ext cx="28080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25°C  |  💨 1m/s  |  Ein paar Wolken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54C624B-5E3A-30F5-F842-A579AD36295E}"/>
              </a:ext>
            </a:extLst>
          </p:cNvPr>
          <p:cNvSpPr txBox="1"/>
          <p:nvPr/>
        </p:nvSpPr>
        <p:spPr>
          <a:xfrm>
            <a:off x="9210842" y="1265015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Mick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5E659AD-6C30-C609-ABFC-5E8F4BDAD934}"/>
              </a:ext>
            </a:extLst>
          </p:cNvPr>
          <p:cNvSpPr txBox="1"/>
          <p:nvPr/>
        </p:nvSpPr>
        <p:spPr>
          <a:xfrm>
            <a:off x="9756092" y="4302625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1778913-1284-C72B-DF16-157D458A65EB}"/>
              </a:ext>
            </a:extLst>
          </p:cNvPr>
          <p:cNvSpPr txBox="1"/>
          <p:nvPr/>
        </p:nvSpPr>
        <p:spPr>
          <a:xfrm>
            <a:off x="9826995" y="6330628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7216C9C-4733-6798-8390-850F8DE79E22}"/>
              </a:ext>
            </a:extLst>
          </p:cNvPr>
          <p:cNvSpPr txBox="1"/>
          <p:nvPr/>
        </p:nvSpPr>
        <p:spPr>
          <a:xfrm>
            <a:off x="6860607" y="2381399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F30D11C-68BC-2FAE-FEB3-3E8AD76FBD44}"/>
              </a:ext>
            </a:extLst>
          </p:cNvPr>
          <p:cNvSpPr txBox="1"/>
          <p:nvPr/>
        </p:nvSpPr>
        <p:spPr>
          <a:xfrm>
            <a:off x="6860606" y="4369918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6F15678-D154-0BBD-0858-7BC2C79B0D7E}"/>
              </a:ext>
            </a:extLst>
          </p:cNvPr>
          <p:cNvSpPr txBox="1"/>
          <p:nvPr/>
        </p:nvSpPr>
        <p:spPr>
          <a:xfrm>
            <a:off x="6908777" y="6358437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pic>
        <p:nvPicPr>
          <p:cNvPr id="91" name="Personel 1" descr="Marec_Edel_oDcCb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8127" y="5963079"/>
            <a:ext cx="735097" cy="735097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2" name="Personel 2" descr="Default Pi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8770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3" name="Personel 3" descr="Default Pi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9413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4" name="Personel 4" descr="Default Pi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56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5" name="Personel 5" descr="Default Pi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99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6" name="Personel 6" descr="Default Pi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42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00">
        <p:split orient="vert"/>
      </p:transition>
    </mc:Choice>
    <mc:Fallback>
      <p:transition spd="slow" advTm="2000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3.33333E-6 L 0.19857 3.33333E-6 C 0.28751 3.33333E-6 0.39714 -0.05926 0.39714 -0.10672 L 0.39714 -0.21297 " pathEditMode="relative" rAng="0" ptsTypes="AAAA">
                                      <p:cBhvr>
                                        <p:cTn id="6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857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0"/>
                            </p:stCondLst>
                            <p:childTnLst>
                              <p:par>
                                <p:cTn id="15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5000" fill="hold"/>
                                        <p:tgtEl>
                                          <p:spTgt spid="91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0"/>
                            </p:stCondLst>
                            <p:childTnLst>
                              <p:par>
                                <p:cTn id="18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9714 -0.21297 L 0.1987 -0.21297 C 0.10977 -0.21297 0.0004 -0.15255 0.0004 -0.10371 L 0.0004 0.00416 " pathEditMode="relative" rAng="0" ptsTypes="AAAA">
                                      <p:cBhvr>
                                        <p:cTn id="19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844" y="10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0"/>
                            </p:stCondLst>
                            <p:childTnLst>
                              <p:par>
                                <p:cTn id="21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2000" fill="hold"/>
                                        <p:tgtEl>
                                          <p:spTgt spid="91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2000"/>
                            </p:stCondLst>
                            <p:childTnLst>
                              <p:par>
                                <p:cTn id="24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3.7037E-6 L 0.23334 -3.7037E-6 C 0.33789 -3.7037E-6 0.4668 -0.05625 0.4668 -0.10162 L 0.4668 -0.20254 " pathEditMode="relative" rAng="0" ptsTypes="AAAA">
                                      <p:cBhvr>
                                        <p:cTn id="25" dur="2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333" y="-10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4000"/>
                            </p:stCondLst>
                            <p:childTnLst>
                              <p:par>
                                <p:cTn id="27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0"/>
                            </p:stCondLst>
                            <p:childTnLst>
                              <p:par>
                                <p:cTn id="34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5" dur="2000" fill="hold"/>
                                        <p:tgtEl>
                                          <p:spTgt spid="92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7000"/>
                            </p:stCondLst>
                            <p:childTnLst>
                              <p:par>
                                <p:cTn id="37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668 -0.21297 L 0.23321 -0.21297 C 0.12878 -0.21297 -3.54167E-6 -0.15463 -3.54167E-6 -0.10718 L -3.54167E-6 3.33333E-6 " pathEditMode="relative" rAng="0" ptsTypes="AAAA">
                                      <p:cBhvr>
                                        <p:cTn id="38" dur="2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346" y="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9000"/>
                            </p:stCondLst>
                            <p:childTnLst>
                              <p:par>
                                <p:cTn id="40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" dur="2000" fill="hold"/>
                                        <p:tgtEl>
                                          <p:spTgt spid="92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1000"/>
                            </p:stCondLst>
                            <p:childTnLst>
                              <p:par>
                                <p:cTn id="43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3.33333E-6 L 0.26823 3.33333E-6 C 0.38828 3.33333E-6 0.53646 -0.05903 0.53646 -0.10672 L 0.53646 -0.21297 " pathEditMode="relative" rAng="0" ptsTypes="AAAA">
                                      <p:cBhvr>
                                        <p:cTn id="44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823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3000"/>
                            </p:stCondLst>
                            <p:childTnLst>
                              <p:par>
                                <p:cTn id="46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4000"/>
                            </p:stCondLst>
                            <p:childTnLst>
                              <p:par>
                                <p:cTn id="53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4" dur="2000" fill="hold"/>
                                        <p:tgtEl>
                                          <p:spTgt spid="93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0"/>
                            </p:stCondLst>
                            <p:childTnLst>
                              <p:par>
                                <p:cTn id="56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3646 -0.21297 L 0.26771 -0.21297 C 0.1474 -0.21297 -0.00065 -0.15417 -0.00065 -0.10672 L -0.00065 -0.00047 " pathEditMode="relative" rAng="0" ptsTypes="AAAA">
                                      <p:cBhvr>
                                        <p:cTn id="57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862" y="10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8000"/>
                            </p:stCondLst>
                            <p:childTnLst>
                              <p:par>
                                <p:cTn id="59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0" dur="2000" fill="hold"/>
                                        <p:tgtEl>
                                          <p:spTgt spid="93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0000"/>
                            </p:stCondLst>
                            <p:childTnLst>
                              <p:par>
                                <p:cTn id="62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-0.00856 L 0.303 -0.00856 C 0.4388 -0.00856 0.60612 -0.06504 0.60612 -0.11088 L 0.60612 -0.21296 " pathEditMode="relative" rAng="0" ptsTypes="AAAA">
                                      <p:cBhvr>
                                        <p:cTn id="63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299" y="-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2000"/>
                            </p:stCondLst>
                            <p:childTnLst>
                              <p:par>
                                <p:cTn id="6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33000"/>
                            </p:stCondLst>
                            <p:childTnLst>
                              <p:par>
                                <p:cTn id="72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3" dur="2000" fill="hold"/>
                                        <p:tgtEl>
                                          <p:spTgt spid="94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5000"/>
                            </p:stCondLst>
                            <p:childTnLst>
                              <p:par>
                                <p:cTn id="75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0612 -0.21297 L 0.30169 -0.21297 C 0.16602 -0.21297 -0.00117 -0.15602 -0.00117 -0.10926 L -0.00117 -0.00556 " pathEditMode="relative" rAng="0" ptsTypes="AAAA">
                                      <p:cBhvr>
                                        <p:cTn id="76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365" y="10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000"/>
                            </p:stCondLst>
                            <p:childTnLst>
                              <p:par>
                                <p:cTn id="78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9" dur="2000" fill="hold"/>
                                        <p:tgtEl>
                                          <p:spTgt spid="94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9000"/>
                            </p:stCondLst>
                            <p:childTnLst>
                              <p:par>
                                <p:cTn id="81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1.11111E-6 L 0.34062 -1.11111E-6 C 0.49336 -1.11111E-6 0.68151 -0.05671 0.68151 -0.10255 L 0.68151 -0.2044 " pathEditMode="relative" rAng="0" ptsTypes="AAAA">
                                      <p:cBhvr>
                                        <p:cTn id="82" dur="2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076" y="-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41000"/>
                            </p:stCondLst>
                            <p:childTnLst>
                              <p:par>
                                <p:cTn id="84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42000"/>
                            </p:stCondLst>
                            <p:childTnLst>
                              <p:par>
                                <p:cTn id="91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2" dur="2000" fill="hold"/>
                                        <p:tgtEl>
                                          <p:spTgt spid="95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44000"/>
                            </p:stCondLst>
                            <p:childTnLst>
                              <p:par>
                                <p:cTn id="94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7578 -0.21297 L 0.33711 -0.21297 C 0.18529 -0.21297 -0.00143 -0.15463 -0.00143 -0.10672 L -0.00143 -0.00047 " pathEditMode="relative" rAng="0" ptsTypes="AAAA">
                                      <p:cBhvr>
                                        <p:cTn id="95" dur="2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854" y="10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6000"/>
                            </p:stCondLst>
                            <p:childTnLst>
                              <p:par>
                                <p:cTn id="97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8" dur="2000" fill="hold"/>
                                        <p:tgtEl>
                                          <p:spTgt spid="95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48000"/>
                            </p:stCondLst>
                            <p:childTnLst>
                              <p:par>
                                <p:cTn id="100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573 -0.01598 L 0.3681 -0.01598 C 0.53554 -0.01598 0.74206 -0.07037 0.74206 -0.11459 L 0.74206 -0.21297 " pathEditMode="relative" rAng="0" ptsTypes="AAAA">
                                      <p:cBhvr>
                                        <p:cTn id="101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383" y="-986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0000"/>
                            </p:stCondLst>
                            <p:childTnLst>
                              <p:par>
                                <p:cTn id="103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51000"/>
                            </p:stCondLst>
                            <p:childTnLst>
                              <p:par>
                                <p:cTn id="110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2000" fill="hold"/>
                                        <p:tgtEl>
                                          <p:spTgt spid="96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3000"/>
                            </p:stCondLst>
                            <p:childTnLst>
                              <p:par>
                                <p:cTn id="113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74544 -0.21297 L 0.37278 -0.21297 C 0.20599 -0.21297 0.00039 -0.1551 0.00039 -0.10764 L 0.00039 -0.00209 " pathEditMode="relative" rAng="0" ptsTypes="AAAA">
                                      <p:cBhvr>
                                        <p:cTn id="114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253" y="10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55000"/>
                            </p:stCondLst>
                            <p:childTnLst>
                              <p:par>
                                <p:cTn id="116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7" dur="2000" fill="hold"/>
                                        <p:tgtEl>
                                          <p:spTgt spid="96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DBF0C-55AB-D7BF-DD63-23440EB36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E8E68ACA-E1B9-D0C1-B891-922104A1FABF}"/>
              </a:ext>
            </a:extLst>
          </p:cNvPr>
          <p:cNvSpPr txBox="1"/>
          <p:nvPr/>
        </p:nvSpPr>
        <p:spPr>
          <a:xfrm>
            <a:off x="241738" y="210207"/>
            <a:ext cx="3867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dirty="0">
                <a:latin typeface="Carnas-ExtraBold" panose="02000503000000020004" pitchFamily="50" charset="0"/>
              </a:rPr>
              <a:t>KW 28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39D752-9CD3-5D06-65FB-CAA18702B875}"/>
              </a:ext>
            </a:extLst>
          </p:cNvPr>
          <p:cNvSpPr txBox="1"/>
          <p:nvPr/>
        </p:nvSpPr>
        <p:spPr>
          <a:xfrm>
            <a:off x="4330261" y="210207"/>
            <a:ext cx="3285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3200">
                <a:latin typeface="Carnas-ExtraBold" panose="02000503000000020004" pitchFamily="50" charset="0"/>
              </a:defRPr>
            </a:lvl1pPr>
          </a:lstStyle>
          <a:p>
            <a:r>
              <a:rPr lang="de-DE" dirty="0"/>
              <a:t>Monday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FA1EBA-9736-6232-217A-DB22F5FE19A3}"/>
              </a:ext>
            </a:extLst>
          </p:cNvPr>
          <p:cNvSpPr txBox="1"/>
          <p:nvPr/>
        </p:nvSpPr>
        <p:spPr>
          <a:xfrm>
            <a:off x="7615473" y="200517"/>
            <a:ext cx="36048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3200">
                <a:latin typeface="Carnas-ExtraBold" panose="02000503000000020004" pitchFamily="50" charset="0"/>
              </a:defRPr>
            </a:lvl1pPr>
          </a:lstStyle>
          <a:p>
            <a:r>
              <a:rPr lang="de-DE" dirty="0"/>
              <a:t>06.07.2026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0540AE-85E7-E5E9-F7AC-A90265AAFFA0}"/>
              </a:ext>
            </a:extLst>
          </p:cNvPr>
          <p:cNvSpPr txBox="1"/>
          <p:nvPr/>
        </p:nvSpPr>
        <p:spPr>
          <a:xfrm>
            <a:off x="570292" y="1634347"/>
            <a:ext cx="1944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Contact </a:t>
            </a:r>
            <a:r>
              <a:rPr lang="de-DE" sz="2400" b="1" dirty="0" err="1"/>
              <a:t>No</a:t>
            </a:r>
            <a:r>
              <a:rPr lang="de-DE" sz="2400" b="1" dirty="0"/>
              <a:t>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29BF56-816A-8341-5436-BEF1C6A41E08}"/>
              </a:ext>
            </a:extLst>
          </p:cNvPr>
          <p:cNvSpPr txBox="1"/>
          <p:nvPr/>
        </p:nvSpPr>
        <p:spPr>
          <a:xfrm>
            <a:off x="140208" y="2157851"/>
            <a:ext cx="22912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Contact Name: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AD21B5-B2D5-AE5F-BD57-29DCB39C58BE}"/>
              </a:ext>
            </a:extLst>
          </p:cNvPr>
          <p:cNvSpPr txBox="1"/>
          <p:nvPr/>
        </p:nvSpPr>
        <p:spPr>
          <a:xfrm>
            <a:off x="1012567" y="2798171"/>
            <a:ext cx="1418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 err="1"/>
              <a:t>Address</a:t>
            </a:r>
            <a:r>
              <a:rPr lang="de-DE" sz="2400" b="1" dirty="0"/>
              <a:t>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705697-E6FE-FDB9-9F58-29C84E69B604}"/>
              </a:ext>
            </a:extLst>
          </p:cNvPr>
          <p:cNvSpPr txBox="1"/>
          <p:nvPr/>
        </p:nvSpPr>
        <p:spPr>
          <a:xfrm>
            <a:off x="976835" y="3367332"/>
            <a:ext cx="15746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Weather: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CD4DB2-64A6-95E9-A204-A377D3411865}"/>
              </a:ext>
            </a:extLst>
          </p:cNvPr>
          <p:cNvSpPr txBox="1"/>
          <p:nvPr/>
        </p:nvSpPr>
        <p:spPr>
          <a:xfrm>
            <a:off x="2475187" y="1545020"/>
            <a:ext cx="26118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23-0266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2FE75C-0753-8F92-4D4A-241E92A669E6}"/>
              </a:ext>
            </a:extLst>
          </p:cNvPr>
          <p:cNvSpPr txBox="1"/>
          <p:nvPr/>
        </p:nvSpPr>
        <p:spPr>
          <a:xfrm>
            <a:off x="2511974" y="2157850"/>
            <a:ext cx="42461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Dillmann Aschaffenburger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3627B6-35FF-839E-8418-A4DBBAD486F7}"/>
              </a:ext>
            </a:extLst>
          </p:cNvPr>
          <p:cNvSpPr txBox="1"/>
          <p:nvPr/>
        </p:nvSpPr>
        <p:spPr>
          <a:xfrm>
            <a:off x="2475186" y="2788232"/>
            <a:ext cx="3620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Wiesbaden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D015344-2B21-79EB-BC1D-78631957BC02}"/>
              </a:ext>
            </a:extLst>
          </p:cNvPr>
          <p:cNvSpPr txBox="1"/>
          <p:nvPr/>
        </p:nvSpPr>
        <p:spPr>
          <a:xfrm>
            <a:off x="2475186" y="3349540"/>
            <a:ext cx="28080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25°C  |  💨 1m/s  |  Ein paar Wolken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9D1F8B6-CC2C-8D98-0FF6-C2D16933AF31}"/>
              </a:ext>
            </a:extLst>
          </p:cNvPr>
          <p:cNvSpPr txBox="1"/>
          <p:nvPr/>
        </p:nvSpPr>
        <p:spPr>
          <a:xfrm>
            <a:off x="9210842" y="1265015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Mick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C7B6DC-6F27-5F57-6C56-1D2CA4096C56}"/>
              </a:ext>
            </a:extLst>
          </p:cNvPr>
          <p:cNvSpPr txBox="1"/>
          <p:nvPr/>
        </p:nvSpPr>
        <p:spPr>
          <a:xfrm>
            <a:off x="9756092" y="4302625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5C14B86-F5B0-AB4D-EAB6-6DBFFC092EB8}"/>
              </a:ext>
            </a:extLst>
          </p:cNvPr>
          <p:cNvSpPr txBox="1"/>
          <p:nvPr/>
        </p:nvSpPr>
        <p:spPr>
          <a:xfrm>
            <a:off x="9826995" y="6330628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13A2FF2-A861-E117-4B0D-5B481621846D}"/>
              </a:ext>
            </a:extLst>
          </p:cNvPr>
          <p:cNvSpPr txBox="1"/>
          <p:nvPr/>
        </p:nvSpPr>
        <p:spPr>
          <a:xfrm>
            <a:off x="6860607" y="2381399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8B6436-85B1-4823-3061-AA55C792FDDC}"/>
              </a:ext>
            </a:extLst>
          </p:cNvPr>
          <p:cNvSpPr txBox="1"/>
          <p:nvPr/>
        </p:nvSpPr>
        <p:spPr>
          <a:xfrm>
            <a:off x="6860606" y="4369918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3F25E3E-77A2-7806-37A7-7F205C6EEDE2}"/>
              </a:ext>
            </a:extLst>
          </p:cNvPr>
          <p:cNvSpPr txBox="1"/>
          <p:nvPr/>
        </p:nvSpPr>
        <p:spPr>
          <a:xfrm>
            <a:off x="6908777" y="6358437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pic>
        <p:nvPicPr>
          <p:cNvPr id="91" name="Personel 1" descr="Marec_Edel_oDcCbed.jpg">
            <a:extLst>
              <a:ext uri="{FF2B5EF4-FFF2-40B4-BE49-F238E27FC236}">
                <a16:creationId xmlns:a16="http://schemas.microsoft.com/office/drawing/2014/main" id="{AC051CA7-8FAE-2E4A-BB0E-050D8DB36E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8127" y="5963079"/>
            <a:ext cx="735097" cy="735097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2" name="Personel 2" descr="Default Picture.jpg">
            <a:extLst>
              <a:ext uri="{FF2B5EF4-FFF2-40B4-BE49-F238E27FC236}">
                <a16:creationId xmlns:a16="http://schemas.microsoft.com/office/drawing/2014/main" id="{8F42A20F-365D-E617-A3FB-3F542D8AA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8770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3" name="Personel 3" descr="Default Picture.jpg">
            <a:extLst>
              <a:ext uri="{FF2B5EF4-FFF2-40B4-BE49-F238E27FC236}">
                <a16:creationId xmlns:a16="http://schemas.microsoft.com/office/drawing/2014/main" id="{F392995C-0293-892E-03D7-53F11DE0C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9413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4" name="Personel 4" descr="Default Picture.jpg">
            <a:extLst>
              <a:ext uri="{FF2B5EF4-FFF2-40B4-BE49-F238E27FC236}">
                <a16:creationId xmlns:a16="http://schemas.microsoft.com/office/drawing/2014/main" id="{4B758FD6-6B8B-9CE8-6061-76EA12071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56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5" name="Personel 5" descr="Default Picture.jpg">
            <a:extLst>
              <a:ext uri="{FF2B5EF4-FFF2-40B4-BE49-F238E27FC236}">
                <a16:creationId xmlns:a16="http://schemas.microsoft.com/office/drawing/2014/main" id="{01AFF514-286E-82F7-5762-216ADBB1C5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99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6" name="Personel 6" descr="Default Picture.jpg">
            <a:extLst>
              <a:ext uri="{FF2B5EF4-FFF2-40B4-BE49-F238E27FC236}">
                <a16:creationId xmlns:a16="http://schemas.microsoft.com/office/drawing/2014/main" id="{3D2CE98B-65A2-75E2-36F7-FB3350621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42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2337053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00">
        <p:split orient="vert"/>
      </p:transition>
    </mc:Choice>
    <mc:Fallback>
      <p:transition spd="slow" advTm="2000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3.33333E-6 L 0.19857 3.33333E-6 C 0.28751 3.33333E-6 0.39714 -0.05926 0.39714 -0.10672 L 0.39714 -0.21297 " pathEditMode="relative" rAng="0" ptsTypes="AAAA">
                                      <p:cBhvr>
                                        <p:cTn id="6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857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0"/>
                            </p:stCondLst>
                            <p:childTnLst>
                              <p:par>
                                <p:cTn id="15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5000" fill="hold"/>
                                        <p:tgtEl>
                                          <p:spTgt spid="91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0"/>
                            </p:stCondLst>
                            <p:childTnLst>
                              <p:par>
                                <p:cTn id="18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9714 -0.21297 L 0.1987 -0.21297 C 0.10977 -0.21297 0.0004 -0.15255 0.0004 -0.10371 L 0.0004 0.00416 " pathEditMode="relative" rAng="0" ptsTypes="AAAA">
                                      <p:cBhvr>
                                        <p:cTn id="19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844" y="10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0"/>
                            </p:stCondLst>
                            <p:childTnLst>
                              <p:par>
                                <p:cTn id="21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2000" fill="hold"/>
                                        <p:tgtEl>
                                          <p:spTgt spid="91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2000"/>
                            </p:stCondLst>
                            <p:childTnLst>
                              <p:par>
                                <p:cTn id="24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3.7037E-6 L 0.23334 -3.7037E-6 C 0.33789 -3.7037E-6 0.4668 -0.05625 0.4668 -0.10162 L 0.4668 -0.20254 " pathEditMode="relative" rAng="0" ptsTypes="AAAA">
                                      <p:cBhvr>
                                        <p:cTn id="25" dur="2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333" y="-10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4000"/>
                            </p:stCondLst>
                            <p:childTnLst>
                              <p:par>
                                <p:cTn id="27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0"/>
                            </p:stCondLst>
                            <p:childTnLst>
                              <p:par>
                                <p:cTn id="34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5" dur="2000" fill="hold"/>
                                        <p:tgtEl>
                                          <p:spTgt spid="92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7000"/>
                            </p:stCondLst>
                            <p:childTnLst>
                              <p:par>
                                <p:cTn id="37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668 -0.21297 L 0.23321 -0.21297 C 0.12878 -0.21297 -3.54167E-6 -0.15463 -3.54167E-6 -0.10718 L -3.54167E-6 3.33333E-6 " pathEditMode="relative" rAng="0" ptsTypes="AAAA">
                                      <p:cBhvr>
                                        <p:cTn id="38" dur="2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346" y="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9000"/>
                            </p:stCondLst>
                            <p:childTnLst>
                              <p:par>
                                <p:cTn id="40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" dur="2000" fill="hold"/>
                                        <p:tgtEl>
                                          <p:spTgt spid="92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1000"/>
                            </p:stCondLst>
                            <p:childTnLst>
                              <p:par>
                                <p:cTn id="43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3.33333E-6 L 0.26823 3.33333E-6 C 0.38828 3.33333E-6 0.53646 -0.05903 0.53646 -0.10672 L 0.53646 -0.21297 " pathEditMode="relative" rAng="0" ptsTypes="AAAA">
                                      <p:cBhvr>
                                        <p:cTn id="44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823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3000"/>
                            </p:stCondLst>
                            <p:childTnLst>
                              <p:par>
                                <p:cTn id="46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4000"/>
                            </p:stCondLst>
                            <p:childTnLst>
                              <p:par>
                                <p:cTn id="53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4" dur="2000" fill="hold"/>
                                        <p:tgtEl>
                                          <p:spTgt spid="93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0"/>
                            </p:stCondLst>
                            <p:childTnLst>
                              <p:par>
                                <p:cTn id="56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3646 -0.21297 L 0.26771 -0.21297 C 0.1474 -0.21297 -0.00065 -0.15417 -0.00065 -0.10672 L -0.00065 -0.00047 " pathEditMode="relative" rAng="0" ptsTypes="AAAA">
                                      <p:cBhvr>
                                        <p:cTn id="57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862" y="10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8000"/>
                            </p:stCondLst>
                            <p:childTnLst>
                              <p:par>
                                <p:cTn id="59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0" dur="2000" fill="hold"/>
                                        <p:tgtEl>
                                          <p:spTgt spid="93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0000"/>
                            </p:stCondLst>
                            <p:childTnLst>
                              <p:par>
                                <p:cTn id="62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-0.00856 L 0.303 -0.00856 C 0.4388 -0.00856 0.60612 -0.06504 0.60612 -0.11088 L 0.60612 -0.21296 " pathEditMode="relative" rAng="0" ptsTypes="AAAA">
                                      <p:cBhvr>
                                        <p:cTn id="63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299" y="-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2000"/>
                            </p:stCondLst>
                            <p:childTnLst>
                              <p:par>
                                <p:cTn id="6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33000"/>
                            </p:stCondLst>
                            <p:childTnLst>
                              <p:par>
                                <p:cTn id="72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3" dur="2000" fill="hold"/>
                                        <p:tgtEl>
                                          <p:spTgt spid="94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5000"/>
                            </p:stCondLst>
                            <p:childTnLst>
                              <p:par>
                                <p:cTn id="75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0612 -0.21297 L 0.30169 -0.21297 C 0.16602 -0.21297 -0.00117 -0.15602 -0.00117 -0.10926 L -0.00117 -0.00556 " pathEditMode="relative" rAng="0" ptsTypes="AAAA">
                                      <p:cBhvr>
                                        <p:cTn id="76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365" y="10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000"/>
                            </p:stCondLst>
                            <p:childTnLst>
                              <p:par>
                                <p:cTn id="78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9" dur="2000" fill="hold"/>
                                        <p:tgtEl>
                                          <p:spTgt spid="94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9000"/>
                            </p:stCondLst>
                            <p:childTnLst>
                              <p:par>
                                <p:cTn id="81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1.11111E-6 L 0.34062 -1.11111E-6 C 0.49336 -1.11111E-6 0.68151 -0.05671 0.68151 -0.10255 L 0.68151 -0.2044 " pathEditMode="relative" rAng="0" ptsTypes="AAAA">
                                      <p:cBhvr>
                                        <p:cTn id="82" dur="2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076" y="-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41000"/>
                            </p:stCondLst>
                            <p:childTnLst>
                              <p:par>
                                <p:cTn id="84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42000"/>
                            </p:stCondLst>
                            <p:childTnLst>
                              <p:par>
                                <p:cTn id="91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2" dur="2000" fill="hold"/>
                                        <p:tgtEl>
                                          <p:spTgt spid="95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44000"/>
                            </p:stCondLst>
                            <p:childTnLst>
                              <p:par>
                                <p:cTn id="94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7578 -0.21297 L 0.33711 -0.21297 C 0.18529 -0.21297 -0.00143 -0.15463 -0.00143 -0.10672 L -0.00143 -0.00047 " pathEditMode="relative" rAng="0" ptsTypes="AAAA">
                                      <p:cBhvr>
                                        <p:cTn id="95" dur="2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854" y="10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6000"/>
                            </p:stCondLst>
                            <p:childTnLst>
                              <p:par>
                                <p:cTn id="97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8" dur="2000" fill="hold"/>
                                        <p:tgtEl>
                                          <p:spTgt spid="95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48000"/>
                            </p:stCondLst>
                            <p:childTnLst>
                              <p:par>
                                <p:cTn id="100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573 -0.01598 L 0.3681 -0.01598 C 0.53554 -0.01598 0.74206 -0.07037 0.74206 -0.11459 L 0.74206 -0.21297 " pathEditMode="relative" rAng="0" ptsTypes="AAAA">
                                      <p:cBhvr>
                                        <p:cTn id="101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383" y="-986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0000"/>
                            </p:stCondLst>
                            <p:childTnLst>
                              <p:par>
                                <p:cTn id="103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51000"/>
                            </p:stCondLst>
                            <p:childTnLst>
                              <p:par>
                                <p:cTn id="110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2000" fill="hold"/>
                                        <p:tgtEl>
                                          <p:spTgt spid="96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3000"/>
                            </p:stCondLst>
                            <p:childTnLst>
                              <p:par>
                                <p:cTn id="113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74544 -0.21297 L 0.37278 -0.21297 C 0.20599 -0.21297 0.00039 -0.1551 0.00039 -0.10764 L 0.00039 -0.00209 " pathEditMode="relative" rAng="0" ptsTypes="AAAA">
                                      <p:cBhvr>
                                        <p:cTn id="114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253" y="10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55000"/>
                            </p:stCondLst>
                            <p:childTnLst>
                              <p:par>
                                <p:cTn id="116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7" dur="2000" fill="hold"/>
                                        <p:tgtEl>
                                          <p:spTgt spid="96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1804B-26D9-044B-4AAB-38990421E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5A78525B-12DE-E870-A124-A52CBE963AC8}"/>
              </a:ext>
            </a:extLst>
          </p:cNvPr>
          <p:cNvSpPr txBox="1"/>
          <p:nvPr/>
        </p:nvSpPr>
        <p:spPr>
          <a:xfrm>
            <a:off x="241738" y="210207"/>
            <a:ext cx="3867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dirty="0">
                <a:latin typeface="Carnas-ExtraBold" panose="02000503000000020004" pitchFamily="50" charset="0"/>
              </a:rPr>
              <a:t>KW 28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67A158-CEF6-FA90-1792-E40B6FC6FF78}"/>
              </a:ext>
            </a:extLst>
          </p:cNvPr>
          <p:cNvSpPr txBox="1"/>
          <p:nvPr/>
        </p:nvSpPr>
        <p:spPr>
          <a:xfrm>
            <a:off x="4330261" y="210207"/>
            <a:ext cx="3285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3200">
                <a:latin typeface="Carnas-ExtraBold" panose="02000503000000020004" pitchFamily="50" charset="0"/>
              </a:defRPr>
            </a:lvl1pPr>
          </a:lstStyle>
          <a:p>
            <a:r>
              <a:rPr lang="de-DE" dirty="0"/>
              <a:t>Monday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010AC3-0DEE-026A-AD5B-9B5DA0C02ADF}"/>
              </a:ext>
            </a:extLst>
          </p:cNvPr>
          <p:cNvSpPr txBox="1"/>
          <p:nvPr/>
        </p:nvSpPr>
        <p:spPr>
          <a:xfrm>
            <a:off x="7615473" y="200517"/>
            <a:ext cx="36048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3200">
                <a:latin typeface="Carnas-ExtraBold" panose="02000503000000020004" pitchFamily="50" charset="0"/>
              </a:defRPr>
            </a:lvl1pPr>
          </a:lstStyle>
          <a:p>
            <a:r>
              <a:rPr lang="de-DE" dirty="0"/>
              <a:t>06.07.2026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BF391A-ECFB-E311-241D-6CBC3D5B9F39}"/>
              </a:ext>
            </a:extLst>
          </p:cNvPr>
          <p:cNvSpPr txBox="1"/>
          <p:nvPr/>
        </p:nvSpPr>
        <p:spPr>
          <a:xfrm>
            <a:off x="570292" y="1634347"/>
            <a:ext cx="1944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Contact </a:t>
            </a:r>
            <a:r>
              <a:rPr lang="de-DE" sz="2400" b="1" dirty="0" err="1"/>
              <a:t>No</a:t>
            </a:r>
            <a:r>
              <a:rPr lang="de-DE" sz="2400" b="1" dirty="0"/>
              <a:t>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EB6486-27B5-AD73-B705-C65F4FD80CD0}"/>
              </a:ext>
            </a:extLst>
          </p:cNvPr>
          <p:cNvSpPr txBox="1"/>
          <p:nvPr/>
        </p:nvSpPr>
        <p:spPr>
          <a:xfrm>
            <a:off x="140208" y="2157851"/>
            <a:ext cx="22912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Contact Name: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34C9BF-D25B-904E-E35B-50CCAD1E1C2F}"/>
              </a:ext>
            </a:extLst>
          </p:cNvPr>
          <p:cNvSpPr txBox="1"/>
          <p:nvPr/>
        </p:nvSpPr>
        <p:spPr>
          <a:xfrm>
            <a:off x="1012567" y="2798171"/>
            <a:ext cx="1418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 err="1"/>
              <a:t>Address</a:t>
            </a:r>
            <a:r>
              <a:rPr lang="de-DE" sz="2400" b="1" dirty="0"/>
              <a:t>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361A10-6D40-50CD-6270-1596A1744BF0}"/>
              </a:ext>
            </a:extLst>
          </p:cNvPr>
          <p:cNvSpPr txBox="1"/>
          <p:nvPr/>
        </p:nvSpPr>
        <p:spPr>
          <a:xfrm>
            <a:off x="976835" y="3367332"/>
            <a:ext cx="15746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Weather: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F2ACBD-D6F2-5F66-01B1-BA0919AC209C}"/>
              </a:ext>
            </a:extLst>
          </p:cNvPr>
          <p:cNvSpPr txBox="1"/>
          <p:nvPr/>
        </p:nvSpPr>
        <p:spPr>
          <a:xfrm>
            <a:off x="2475187" y="1545020"/>
            <a:ext cx="26118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23-0266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C317B1-ADFD-2002-B940-27A6548E0113}"/>
              </a:ext>
            </a:extLst>
          </p:cNvPr>
          <p:cNvSpPr txBox="1"/>
          <p:nvPr/>
        </p:nvSpPr>
        <p:spPr>
          <a:xfrm>
            <a:off x="2511974" y="2157850"/>
            <a:ext cx="42461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Dillmann Aschaffenburger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CFB2CF-F539-8CC6-4F5D-3644FE43FCF7}"/>
              </a:ext>
            </a:extLst>
          </p:cNvPr>
          <p:cNvSpPr txBox="1"/>
          <p:nvPr/>
        </p:nvSpPr>
        <p:spPr>
          <a:xfrm>
            <a:off x="2475186" y="2788232"/>
            <a:ext cx="3620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Wiesbaden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569A63-7E4E-1D50-3330-77075C0BA723}"/>
              </a:ext>
            </a:extLst>
          </p:cNvPr>
          <p:cNvSpPr txBox="1"/>
          <p:nvPr/>
        </p:nvSpPr>
        <p:spPr>
          <a:xfrm>
            <a:off x="2475186" y="3349540"/>
            <a:ext cx="28080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25°C  |  💨 1m/s  |  Ein paar Wolken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BC458E0-F89C-7AEC-59AE-C6545A731FAE}"/>
              </a:ext>
            </a:extLst>
          </p:cNvPr>
          <p:cNvSpPr txBox="1"/>
          <p:nvPr/>
        </p:nvSpPr>
        <p:spPr>
          <a:xfrm>
            <a:off x="9210842" y="1265015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Mick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5ACD829-196D-801B-79D6-14D5329766DA}"/>
              </a:ext>
            </a:extLst>
          </p:cNvPr>
          <p:cNvSpPr txBox="1"/>
          <p:nvPr/>
        </p:nvSpPr>
        <p:spPr>
          <a:xfrm>
            <a:off x="9756092" y="4302625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50CC5F0-03C4-51A6-EEAA-FF9F04080EC8}"/>
              </a:ext>
            </a:extLst>
          </p:cNvPr>
          <p:cNvSpPr txBox="1"/>
          <p:nvPr/>
        </p:nvSpPr>
        <p:spPr>
          <a:xfrm>
            <a:off x="9826995" y="6330628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1F0C88-B754-9749-D8CE-D93D40999A9B}"/>
              </a:ext>
            </a:extLst>
          </p:cNvPr>
          <p:cNvSpPr txBox="1"/>
          <p:nvPr/>
        </p:nvSpPr>
        <p:spPr>
          <a:xfrm>
            <a:off x="6860607" y="2381399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28C8BD1-7562-7F8E-631B-6AE1668762DB}"/>
              </a:ext>
            </a:extLst>
          </p:cNvPr>
          <p:cNvSpPr txBox="1"/>
          <p:nvPr/>
        </p:nvSpPr>
        <p:spPr>
          <a:xfrm>
            <a:off x="6860606" y="4369918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901B31E-A7A2-CE3B-FE22-E146C24D9F0F}"/>
              </a:ext>
            </a:extLst>
          </p:cNvPr>
          <p:cNvSpPr txBox="1"/>
          <p:nvPr/>
        </p:nvSpPr>
        <p:spPr>
          <a:xfrm>
            <a:off x="6908777" y="6358437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pic>
        <p:nvPicPr>
          <p:cNvPr id="91" name="Personel 1" descr="Marec_Edel_oDcCbed.jpg">
            <a:extLst>
              <a:ext uri="{FF2B5EF4-FFF2-40B4-BE49-F238E27FC236}">
                <a16:creationId xmlns:a16="http://schemas.microsoft.com/office/drawing/2014/main" id="{55F6657A-9C55-8C58-30FF-D82266E3A0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8127" y="5963079"/>
            <a:ext cx="735097" cy="735097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2" name="Personel 2" descr="Default Picture.jpg">
            <a:extLst>
              <a:ext uri="{FF2B5EF4-FFF2-40B4-BE49-F238E27FC236}">
                <a16:creationId xmlns:a16="http://schemas.microsoft.com/office/drawing/2014/main" id="{2876054C-BF5F-8A49-53BA-1CE0F323D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8770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3" name="Personel 3" descr="Default Picture.jpg">
            <a:extLst>
              <a:ext uri="{FF2B5EF4-FFF2-40B4-BE49-F238E27FC236}">
                <a16:creationId xmlns:a16="http://schemas.microsoft.com/office/drawing/2014/main" id="{EC29672F-0335-2077-6F34-DEB364039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9413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4" name="Personel 4" descr="Default Picture.jpg">
            <a:extLst>
              <a:ext uri="{FF2B5EF4-FFF2-40B4-BE49-F238E27FC236}">
                <a16:creationId xmlns:a16="http://schemas.microsoft.com/office/drawing/2014/main" id="{81BC0EC9-F1EF-9268-D722-8C42BF260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56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5" name="Personel 5" descr="Default Picture.jpg">
            <a:extLst>
              <a:ext uri="{FF2B5EF4-FFF2-40B4-BE49-F238E27FC236}">
                <a16:creationId xmlns:a16="http://schemas.microsoft.com/office/drawing/2014/main" id="{233BE67C-0147-D679-7C07-E5F6F70EA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99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6" name="Personel 6" descr="Default Picture.jpg">
            <a:extLst>
              <a:ext uri="{FF2B5EF4-FFF2-40B4-BE49-F238E27FC236}">
                <a16:creationId xmlns:a16="http://schemas.microsoft.com/office/drawing/2014/main" id="{6B86A694-5B06-C51B-B3E8-EA46E9B9F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42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2755534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00">
        <p:split orient="vert"/>
      </p:transition>
    </mc:Choice>
    <mc:Fallback>
      <p:transition spd="slow" advTm="2000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3.33333E-6 L 0.19857 3.33333E-6 C 0.28751 3.33333E-6 0.39714 -0.05926 0.39714 -0.10672 L 0.39714 -0.21297 " pathEditMode="relative" rAng="0" ptsTypes="AAAA">
                                      <p:cBhvr>
                                        <p:cTn id="6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857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0"/>
                            </p:stCondLst>
                            <p:childTnLst>
                              <p:par>
                                <p:cTn id="15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5000" fill="hold"/>
                                        <p:tgtEl>
                                          <p:spTgt spid="91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0"/>
                            </p:stCondLst>
                            <p:childTnLst>
                              <p:par>
                                <p:cTn id="18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9714 -0.21297 L 0.1987 -0.21297 C 0.10977 -0.21297 0.0004 -0.15255 0.0004 -0.10371 L 0.0004 0.00416 " pathEditMode="relative" rAng="0" ptsTypes="AAAA">
                                      <p:cBhvr>
                                        <p:cTn id="19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844" y="10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0"/>
                            </p:stCondLst>
                            <p:childTnLst>
                              <p:par>
                                <p:cTn id="21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2000" fill="hold"/>
                                        <p:tgtEl>
                                          <p:spTgt spid="91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2000"/>
                            </p:stCondLst>
                            <p:childTnLst>
                              <p:par>
                                <p:cTn id="24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3.7037E-6 L 0.23334 -3.7037E-6 C 0.33789 -3.7037E-6 0.4668 -0.05625 0.4668 -0.10162 L 0.4668 -0.20254 " pathEditMode="relative" rAng="0" ptsTypes="AAAA">
                                      <p:cBhvr>
                                        <p:cTn id="25" dur="2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333" y="-10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4000"/>
                            </p:stCondLst>
                            <p:childTnLst>
                              <p:par>
                                <p:cTn id="27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0"/>
                            </p:stCondLst>
                            <p:childTnLst>
                              <p:par>
                                <p:cTn id="34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5" dur="2000" fill="hold"/>
                                        <p:tgtEl>
                                          <p:spTgt spid="92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7000"/>
                            </p:stCondLst>
                            <p:childTnLst>
                              <p:par>
                                <p:cTn id="37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668 -0.21297 L 0.23321 -0.21297 C 0.12878 -0.21297 -3.54167E-6 -0.15463 -3.54167E-6 -0.10718 L -3.54167E-6 3.33333E-6 " pathEditMode="relative" rAng="0" ptsTypes="AAAA">
                                      <p:cBhvr>
                                        <p:cTn id="38" dur="2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346" y="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9000"/>
                            </p:stCondLst>
                            <p:childTnLst>
                              <p:par>
                                <p:cTn id="40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" dur="2000" fill="hold"/>
                                        <p:tgtEl>
                                          <p:spTgt spid="92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1000"/>
                            </p:stCondLst>
                            <p:childTnLst>
                              <p:par>
                                <p:cTn id="43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3.33333E-6 L 0.26823 3.33333E-6 C 0.38828 3.33333E-6 0.53646 -0.05903 0.53646 -0.10672 L 0.53646 -0.21297 " pathEditMode="relative" rAng="0" ptsTypes="AAAA">
                                      <p:cBhvr>
                                        <p:cTn id="44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823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3000"/>
                            </p:stCondLst>
                            <p:childTnLst>
                              <p:par>
                                <p:cTn id="46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4000"/>
                            </p:stCondLst>
                            <p:childTnLst>
                              <p:par>
                                <p:cTn id="53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4" dur="2000" fill="hold"/>
                                        <p:tgtEl>
                                          <p:spTgt spid="93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0"/>
                            </p:stCondLst>
                            <p:childTnLst>
                              <p:par>
                                <p:cTn id="56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3646 -0.21297 L 0.26771 -0.21297 C 0.1474 -0.21297 -0.00065 -0.15417 -0.00065 -0.10672 L -0.00065 -0.00047 " pathEditMode="relative" rAng="0" ptsTypes="AAAA">
                                      <p:cBhvr>
                                        <p:cTn id="57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862" y="10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8000"/>
                            </p:stCondLst>
                            <p:childTnLst>
                              <p:par>
                                <p:cTn id="59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0" dur="2000" fill="hold"/>
                                        <p:tgtEl>
                                          <p:spTgt spid="93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0000"/>
                            </p:stCondLst>
                            <p:childTnLst>
                              <p:par>
                                <p:cTn id="62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-0.00856 L 0.303 -0.00856 C 0.4388 -0.00856 0.60612 -0.06504 0.60612 -0.11088 L 0.60612 -0.21296 " pathEditMode="relative" rAng="0" ptsTypes="AAAA">
                                      <p:cBhvr>
                                        <p:cTn id="63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299" y="-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2000"/>
                            </p:stCondLst>
                            <p:childTnLst>
                              <p:par>
                                <p:cTn id="6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33000"/>
                            </p:stCondLst>
                            <p:childTnLst>
                              <p:par>
                                <p:cTn id="72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3" dur="2000" fill="hold"/>
                                        <p:tgtEl>
                                          <p:spTgt spid="94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5000"/>
                            </p:stCondLst>
                            <p:childTnLst>
                              <p:par>
                                <p:cTn id="75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0612 -0.21297 L 0.30169 -0.21297 C 0.16602 -0.21297 -0.00117 -0.15602 -0.00117 -0.10926 L -0.00117 -0.00556 " pathEditMode="relative" rAng="0" ptsTypes="AAAA">
                                      <p:cBhvr>
                                        <p:cTn id="76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365" y="10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000"/>
                            </p:stCondLst>
                            <p:childTnLst>
                              <p:par>
                                <p:cTn id="78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9" dur="2000" fill="hold"/>
                                        <p:tgtEl>
                                          <p:spTgt spid="94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9000"/>
                            </p:stCondLst>
                            <p:childTnLst>
                              <p:par>
                                <p:cTn id="81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1.11111E-6 L 0.34062 -1.11111E-6 C 0.49336 -1.11111E-6 0.68151 -0.05671 0.68151 -0.10255 L 0.68151 -0.2044 " pathEditMode="relative" rAng="0" ptsTypes="AAAA">
                                      <p:cBhvr>
                                        <p:cTn id="82" dur="2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076" y="-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41000"/>
                            </p:stCondLst>
                            <p:childTnLst>
                              <p:par>
                                <p:cTn id="84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42000"/>
                            </p:stCondLst>
                            <p:childTnLst>
                              <p:par>
                                <p:cTn id="91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2" dur="2000" fill="hold"/>
                                        <p:tgtEl>
                                          <p:spTgt spid="95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44000"/>
                            </p:stCondLst>
                            <p:childTnLst>
                              <p:par>
                                <p:cTn id="94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7578 -0.21297 L 0.33711 -0.21297 C 0.18529 -0.21297 -0.00143 -0.15463 -0.00143 -0.10672 L -0.00143 -0.00047 " pathEditMode="relative" rAng="0" ptsTypes="AAAA">
                                      <p:cBhvr>
                                        <p:cTn id="95" dur="2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854" y="10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6000"/>
                            </p:stCondLst>
                            <p:childTnLst>
                              <p:par>
                                <p:cTn id="97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8" dur="2000" fill="hold"/>
                                        <p:tgtEl>
                                          <p:spTgt spid="95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48000"/>
                            </p:stCondLst>
                            <p:childTnLst>
                              <p:par>
                                <p:cTn id="100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573 -0.01598 L 0.3681 -0.01598 C 0.53554 -0.01598 0.74206 -0.07037 0.74206 -0.11459 L 0.74206 -0.21297 " pathEditMode="relative" rAng="0" ptsTypes="AAAA">
                                      <p:cBhvr>
                                        <p:cTn id="101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383" y="-986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0000"/>
                            </p:stCondLst>
                            <p:childTnLst>
                              <p:par>
                                <p:cTn id="103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51000"/>
                            </p:stCondLst>
                            <p:childTnLst>
                              <p:par>
                                <p:cTn id="110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2000" fill="hold"/>
                                        <p:tgtEl>
                                          <p:spTgt spid="96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3000"/>
                            </p:stCondLst>
                            <p:childTnLst>
                              <p:par>
                                <p:cTn id="113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74544 -0.21297 L 0.37278 -0.21297 C 0.20599 -0.21297 0.00039 -0.1551 0.00039 -0.10764 L 0.00039 -0.00209 " pathEditMode="relative" rAng="0" ptsTypes="AAAA">
                                      <p:cBhvr>
                                        <p:cTn id="114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253" y="10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55000"/>
                            </p:stCondLst>
                            <p:childTnLst>
                              <p:par>
                                <p:cTn id="116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7" dur="2000" fill="hold"/>
                                        <p:tgtEl>
                                          <p:spTgt spid="96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1D8A8-EAD1-81BD-3495-8D2B061AF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3820357E-3C9E-CDAB-CA4F-E30ECC66AD7D}"/>
              </a:ext>
            </a:extLst>
          </p:cNvPr>
          <p:cNvSpPr txBox="1"/>
          <p:nvPr/>
        </p:nvSpPr>
        <p:spPr>
          <a:xfrm>
            <a:off x="241738" y="210207"/>
            <a:ext cx="3867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dirty="0">
                <a:latin typeface="Carnas-ExtraBold" panose="02000503000000020004" pitchFamily="50" charset="0"/>
              </a:rPr>
              <a:t>KW 28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6113F7-4073-5028-7B76-FBBEDE757096}"/>
              </a:ext>
            </a:extLst>
          </p:cNvPr>
          <p:cNvSpPr txBox="1"/>
          <p:nvPr/>
        </p:nvSpPr>
        <p:spPr>
          <a:xfrm>
            <a:off x="4330261" y="210207"/>
            <a:ext cx="3285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3200">
                <a:latin typeface="Carnas-ExtraBold" panose="02000503000000020004" pitchFamily="50" charset="0"/>
              </a:defRPr>
            </a:lvl1pPr>
          </a:lstStyle>
          <a:p>
            <a:r>
              <a:rPr lang="de-DE" dirty="0"/>
              <a:t>Monday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423B09-8BF3-B1B5-ACE3-699D1252E8B5}"/>
              </a:ext>
            </a:extLst>
          </p:cNvPr>
          <p:cNvSpPr txBox="1"/>
          <p:nvPr/>
        </p:nvSpPr>
        <p:spPr>
          <a:xfrm>
            <a:off x="7615473" y="200517"/>
            <a:ext cx="36048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3200">
                <a:latin typeface="Carnas-ExtraBold" panose="02000503000000020004" pitchFamily="50" charset="0"/>
              </a:defRPr>
            </a:lvl1pPr>
          </a:lstStyle>
          <a:p>
            <a:r>
              <a:rPr lang="de-DE" dirty="0"/>
              <a:t>06.07.2026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0407A2-CACC-5E61-A7FA-08D9581058CC}"/>
              </a:ext>
            </a:extLst>
          </p:cNvPr>
          <p:cNvSpPr txBox="1"/>
          <p:nvPr/>
        </p:nvSpPr>
        <p:spPr>
          <a:xfrm>
            <a:off x="570292" y="1634347"/>
            <a:ext cx="1944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Contact </a:t>
            </a:r>
            <a:r>
              <a:rPr lang="de-DE" sz="2400" b="1" dirty="0" err="1"/>
              <a:t>No</a:t>
            </a:r>
            <a:r>
              <a:rPr lang="de-DE" sz="2400" b="1" dirty="0"/>
              <a:t>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F2985F-8F9B-9015-04CF-4E5B068C166D}"/>
              </a:ext>
            </a:extLst>
          </p:cNvPr>
          <p:cNvSpPr txBox="1"/>
          <p:nvPr/>
        </p:nvSpPr>
        <p:spPr>
          <a:xfrm>
            <a:off x="140208" y="2157851"/>
            <a:ext cx="22912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Contact Name: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0EDBA61-6AD2-6BD9-70E9-79548FE6D7F1}"/>
              </a:ext>
            </a:extLst>
          </p:cNvPr>
          <p:cNvSpPr txBox="1"/>
          <p:nvPr/>
        </p:nvSpPr>
        <p:spPr>
          <a:xfrm>
            <a:off x="1012567" y="2798171"/>
            <a:ext cx="1418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 err="1"/>
              <a:t>Address</a:t>
            </a:r>
            <a:r>
              <a:rPr lang="de-DE" sz="2400" b="1" dirty="0"/>
              <a:t>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EBBF90-9F74-6633-1559-DF996A78B944}"/>
              </a:ext>
            </a:extLst>
          </p:cNvPr>
          <p:cNvSpPr txBox="1"/>
          <p:nvPr/>
        </p:nvSpPr>
        <p:spPr>
          <a:xfrm>
            <a:off x="976835" y="3367332"/>
            <a:ext cx="15746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Weather: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0F132A-FA28-DE94-A8D8-A9332CED4779}"/>
              </a:ext>
            </a:extLst>
          </p:cNvPr>
          <p:cNvSpPr txBox="1"/>
          <p:nvPr/>
        </p:nvSpPr>
        <p:spPr>
          <a:xfrm>
            <a:off x="2475187" y="1545020"/>
            <a:ext cx="26118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23-0266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32D353B-74C4-E7E0-4C95-8B7D6D89164B}"/>
              </a:ext>
            </a:extLst>
          </p:cNvPr>
          <p:cNvSpPr txBox="1"/>
          <p:nvPr/>
        </p:nvSpPr>
        <p:spPr>
          <a:xfrm>
            <a:off x="2511974" y="2157850"/>
            <a:ext cx="42461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Dillmann Aschaffenburger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BE738FD-AFD6-76A7-BD53-F5C2375727FE}"/>
              </a:ext>
            </a:extLst>
          </p:cNvPr>
          <p:cNvSpPr txBox="1"/>
          <p:nvPr/>
        </p:nvSpPr>
        <p:spPr>
          <a:xfrm>
            <a:off x="2475186" y="2788232"/>
            <a:ext cx="3620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Wiesbaden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C83216-F780-E575-43E0-73EE3121A7CC}"/>
              </a:ext>
            </a:extLst>
          </p:cNvPr>
          <p:cNvSpPr txBox="1"/>
          <p:nvPr/>
        </p:nvSpPr>
        <p:spPr>
          <a:xfrm>
            <a:off x="2475186" y="3349540"/>
            <a:ext cx="28080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25°C  |  💨 1m/s  |  Ein paar Wolken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2C67FC-506A-DA70-7F63-8A7CAA6C534A}"/>
              </a:ext>
            </a:extLst>
          </p:cNvPr>
          <p:cNvSpPr txBox="1"/>
          <p:nvPr/>
        </p:nvSpPr>
        <p:spPr>
          <a:xfrm>
            <a:off x="9210842" y="1265015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Mick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E98974-F81F-1D69-D58F-D8AD8E666C7E}"/>
              </a:ext>
            </a:extLst>
          </p:cNvPr>
          <p:cNvSpPr txBox="1"/>
          <p:nvPr/>
        </p:nvSpPr>
        <p:spPr>
          <a:xfrm>
            <a:off x="9756092" y="4302625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092817A-72F5-BB11-96E1-54A46FE22281}"/>
              </a:ext>
            </a:extLst>
          </p:cNvPr>
          <p:cNvSpPr txBox="1"/>
          <p:nvPr/>
        </p:nvSpPr>
        <p:spPr>
          <a:xfrm>
            <a:off x="9826995" y="6330628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DEE93B4-2871-A3F7-7663-27562316696B}"/>
              </a:ext>
            </a:extLst>
          </p:cNvPr>
          <p:cNvSpPr txBox="1"/>
          <p:nvPr/>
        </p:nvSpPr>
        <p:spPr>
          <a:xfrm>
            <a:off x="6860607" y="2381399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F684B6D-DD53-8B90-1BA6-40FF1003A7EC}"/>
              </a:ext>
            </a:extLst>
          </p:cNvPr>
          <p:cNvSpPr txBox="1"/>
          <p:nvPr/>
        </p:nvSpPr>
        <p:spPr>
          <a:xfrm>
            <a:off x="6860606" y="4369918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AB9EF05-95EC-109D-2C42-582D964B33A9}"/>
              </a:ext>
            </a:extLst>
          </p:cNvPr>
          <p:cNvSpPr txBox="1"/>
          <p:nvPr/>
        </p:nvSpPr>
        <p:spPr>
          <a:xfrm>
            <a:off x="6908777" y="6358437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pic>
        <p:nvPicPr>
          <p:cNvPr id="91" name="Personel 1" descr="Marec_Edel_oDcCbed.jpg">
            <a:extLst>
              <a:ext uri="{FF2B5EF4-FFF2-40B4-BE49-F238E27FC236}">
                <a16:creationId xmlns:a16="http://schemas.microsoft.com/office/drawing/2014/main" id="{FA6DF2D2-728C-7A2D-FF7D-42013F001D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8127" y="5963079"/>
            <a:ext cx="735097" cy="735097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2" name="Personel 2" descr="Default Picture.jpg">
            <a:extLst>
              <a:ext uri="{FF2B5EF4-FFF2-40B4-BE49-F238E27FC236}">
                <a16:creationId xmlns:a16="http://schemas.microsoft.com/office/drawing/2014/main" id="{0DBE6860-D3B2-3780-EA05-1CB49436F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8770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3" name="Personel 3" descr="Default Picture.jpg">
            <a:extLst>
              <a:ext uri="{FF2B5EF4-FFF2-40B4-BE49-F238E27FC236}">
                <a16:creationId xmlns:a16="http://schemas.microsoft.com/office/drawing/2014/main" id="{B372842E-4E58-AF22-39F5-1A626873A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9413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4" name="Personel 4" descr="Default Picture.jpg">
            <a:extLst>
              <a:ext uri="{FF2B5EF4-FFF2-40B4-BE49-F238E27FC236}">
                <a16:creationId xmlns:a16="http://schemas.microsoft.com/office/drawing/2014/main" id="{4306BD68-7217-E273-8835-784524023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56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5" name="Personel 5" descr="Default Picture.jpg">
            <a:extLst>
              <a:ext uri="{FF2B5EF4-FFF2-40B4-BE49-F238E27FC236}">
                <a16:creationId xmlns:a16="http://schemas.microsoft.com/office/drawing/2014/main" id="{5B438609-2F16-6505-2475-13B5FB5E2F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99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6" name="Personel 6" descr="Default Picture.jpg">
            <a:extLst>
              <a:ext uri="{FF2B5EF4-FFF2-40B4-BE49-F238E27FC236}">
                <a16:creationId xmlns:a16="http://schemas.microsoft.com/office/drawing/2014/main" id="{4C457DB6-4CFF-D5A7-E451-85C294B83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42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013836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00">
        <p:split orient="vert"/>
      </p:transition>
    </mc:Choice>
    <mc:Fallback>
      <p:transition spd="slow" advTm="2000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3.33333E-6 L 0.19857 3.33333E-6 C 0.28751 3.33333E-6 0.39714 -0.05926 0.39714 -0.10672 L 0.39714 -0.21297 " pathEditMode="relative" rAng="0" ptsTypes="AAAA">
                                      <p:cBhvr>
                                        <p:cTn id="6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857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0"/>
                            </p:stCondLst>
                            <p:childTnLst>
                              <p:par>
                                <p:cTn id="15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5000" fill="hold"/>
                                        <p:tgtEl>
                                          <p:spTgt spid="91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0"/>
                            </p:stCondLst>
                            <p:childTnLst>
                              <p:par>
                                <p:cTn id="18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9714 -0.21297 L 0.1987 -0.21297 C 0.10977 -0.21297 0.0004 -0.15255 0.0004 -0.10371 L 0.0004 0.00416 " pathEditMode="relative" rAng="0" ptsTypes="AAAA">
                                      <p:cBhvr>
                                        <p:cTn id="19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844" y="10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0"/>
                            </p:stCondLst>
                            <p:childTnLst>
                              <p:par>
                                <p:cTn id="21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2000" fill="hold"/>
                                        <p:tgtEl>
                                          <p:spTgt spid="91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2000"/>
                            </p:stCondLst>
                            <p:childTnLst>
                              <p:par>
                                <p:cTn id="24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3.7037E-6 L 0.23334 -3.7037E-6 C 0.33789 -3.7037E-6 0.4668 -0.05625 0.4668 -0.10162 L 0.4668 -0.20254 " pathEditMode="relative" rAng="0" ptsTypes="AAAA">
                                      <p:cBhvr>
                                        <p:cTn id="25" dur="2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333" y="-10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4000"/>
                            </p:stCondLst>
                            <p:childTnLst>
                              <p:par>
                                <p:cTn id="27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0"/>
                            </p:stCondLst>
                            <p:childTnLst>
                              <p:par>
                                <p:cTn id="34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5" dur="2000" fill="hold"/>
                                        <p:tgtEl>
                                          <p:spTgt spid="92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7000"/>
                            </p:stCondLst>
                            <p:childTnLst>
                              <p:par>
                                <p:cTn id="37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668 -0.21297 L 0.23321 -0.21297 C 0.12878 -0.21297 -3.54167E-6 -0.15463 -3.54167E-6 -0.10718 L -3.54167E-6 3.33333E-6 " pathEditMode="relative" rAng="0" ptsTypes="AAAA">
                                      <p:cBhvr>
                                        <p:cTn id="38" dur="2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346" y="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9000"/>
                            </p:stCondLst>
                            <p:childTnLst>
                              <p:par>
                                <p:cTn id="40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" dur="2000" fill="hold"/>
                                        <p:tgtEl>
                                          <p:spTgt spid="92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1000"/>
                            </p:stCondLst>
                            <p:childTnLst>
                              <p:par>
                                <p:cTn id="43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3.33333E-6 L 0.26823 3.33333E-6 C 0.38828 3.33333E-6 0.53646 -0.05903 0.53646 -0.10672 L 0.53646 -0.21297 " pathEditMode="relative" rAng="0" ptsTypes="AAAA">
                                      <p:cBhvr>
                                        <p:cTn id="44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823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3000"/>
                            </p:stCondLst>
                            <p:childTnLst>
                              <p:par>
                                <p:cTn id="46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4000"/>
                            </p:stCondLst>
                            <p:childTnLst>
                              <p:par>
                                <p:cTn id="53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4" dur="2000" fill="hold"/>
                                        <p:tgtEl>
                                          <p:spTgt spid="93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0"/>
                            </p:stCondLst>
                            <p:childTnLst>
                              <p:par>
                                <p:cTn id="56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3646 -0.21297 L 0.26771 -0.21297 C 0.1474 -0.21297 -0.00065 -0.15417 -0.00065 -0.10672 L -0.00065 -0.00047 " pathEditMode="relative" rAng="0" ptsTypes="AAAA">
                                      <p:cBhvr>
                                        <p:cTn id="57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862" y="10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8000"/>
                            </p:stCondLst>
                            <p:childTnLst>
                              <p:par>
                                <p:cTn id="59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0" dur="2000" fill="hold"/>
                                        <p:tgtEl>
                                          <p:spTgt spid="93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0000"/>
                            </p:stCondLst>
                            <p:childTnLst>
                              <p:par>
                                <p:cTn id="62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-0.00856 L 0.303 -0.00856 C 0.4388 -0.00856 0.60612 -0.06504 0.60612 -0.11088 L 0.60612 -0.21296 " pathEditMode="relative" rAng="0" ptsTypes="AAAA">
                                      <p:cBhvr>
                                        <p:cTn id="63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299" y="-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2000"/>
                            </p:stCondLst>
                            <p:childTnLst>
                              <p:par>
                                <p:cTn id="6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33000"/>
                            </p:stCondLst>
                            <p:childTnLst>
                              <p:par>
                                <p:cTn id="72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3" dur="2000" fill="hold"/>
                                        <p:tgtEl>
                                          <p:spTgt spid="94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5000"/>
                            </p:stCondLst>
                            <p:childTnLst>
                              <p:par>
                                <p:cTn id="75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0612 -0.21297 L 0.30169 -0.21297 C 0.16602 -0.21297 -0.00117 -0.15602 -0.00117 -0.10926 L -0.00117 -0.00556 " pathEditMode="relative" rAng="0" ptsTypes="AAAA">
                                      <p:cBhvr>
                                        <p:cTn id="76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365" y="10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000"/>
                            </p:stCondLst>
                            <p:childTnLst>
                              <p:par>
                                <p:cTn id="78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9" dur="2000" fill="hold"/>
                                        <p:tgtEl>
                                          <p:spTgt spid="94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9000"/>
                            </p:stCondLst>
                            <p:childTnLst>
                              <p:par>
                                <p:cTn id="81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1.11111E-6 L 0.34062 -1.11111E-6 C 0.49336 -1.11111E-6 0.68151 -0.05671 0.68151 -0.10255 L 0.68151 -0.2044 " pathEditMode="relative" rAng="0" ptsTypes="AAAA">
                                      <p:cBhvr>
                                        <p:cTn id="82" dur="2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076" y="-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41000"/>
                            </p:stCondLst>
                            <p:childTnLst>
                              <p:par>
                                <p:cTn id="84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42000"/>
                            </p:stCondLst>
                            <p:childTnLst>
                              <p:par>
                                <p:cTn id="91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2" dur="2000" fill="hold"/>
                                        <p:tgtEl>
                                          <p:spTgt spid="95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44000"/>
                            </p:stCondLst>
                            <p:childTnLst>
                              <p:par>
                                <p:cTn id="94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7578 -0.21297 L 0.33711 -0.21297 C 0.18529 -0.21297 -0.00143 -0.15463 -0.00143 -0.10672 L -0.00143 -0.00047 " pathEditMode="relative" rAng="0" ptsTypes="AAAA">
                                      <p:cBhvr>
                                        <p:cTn id="95" dur="2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854" y="10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6000"/>
                            </p:stCondLst>
                            <p:childTnLst>
                              <p:par>
                                <p:cTn id="97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8" dur="2000" fill="hold"/>
                                        <p:tgtEl>
                                          <p:spTgt spid="95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48000"/>
                            </p:stCondLst>
                            <p:childTnLst>
                              <p:par>
                                <p:cTn id="100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573 -0.01598 L 0.3681 -0.01598 C 0.53554 -0.01598 0.74206 -0.07037 0.74206 -0.11459 L 0.74206 -0.21297 " pathEditMode="relative" rAng="0" ptsTypes="AAAA">
                                      <p:cBhvr>
                                        <p:cTn id="101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383" y="-986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0000"/>
                            </p:stCondLst>
                            <p:childTnLst>
                              <p:par>
                                <p:cTn id="103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51000"/>
                            </p:stCondLst>
                            <p:childTnLst>
                              <p:par>
                                <p:cTn id="110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2000" fill="hold"/>
                                        <p:tgtEl>
                                          <p:spTgt spid="96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3000"/>
                            </p:stCondLst>
                            <p:childTnLst>
                              <p:par>
                                <p:cTn id="113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74544 -0.21297 L 0.37278 -0.21297 C 0.20599 -0.21297 0.00039 -0.1551 0.00039 -0.10764 L 0.00039 -0.00209 " pathEditMode="relative" rAng="0" ptsTypes="AAAA">
                                      <p:cBhvr>
                                        <p:cTn id="114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253" y="10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55000"/>
                            </p:stCondLst>
                            <p:childTnLst>
                              <p:par>
                                <p:cTn id="116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7" dur="2000" fill="hold"/>
                                        <p:tgtEl>
                                          <p:spTgt spid="96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23275-C6EE-D6B5-8FB7-225470E3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AABCC53C-41E3-8ECA-CB1D-099A825967DC}"/>
              </a:ext>
            </a:extLst>
          </p:cNvPr>
          <p:cNvSpPr txBox="1"/>
          <p:nvPr/>
        </p:nvSpPr>
        <p:spPr>
          <a:xfrm>
            <a:off x="241738" y="210207"/>
            <a:ext cx="3867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dirty="0">
                <a:latin typeface="Carnas-ExtraBold" panose="02000503000000020004" pitchFamily="50" charset="0"/>
              </a:rPr>
              <a:t>KW 28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DDCF02-863C-4F31-849E-C5402F8A9D42}"/>
              </a:ext>
            </a:extLst>
          </p:cNvPr>
          <p:cNvSpPr txBox="1"/>
          <p:nvPr/>
        </p:nvSpPr>
        <p:spPr>
          <a:xfrm>
            <a:off x="4330261" y="210207"/>
            <a:ext cx="3285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3200">
                <a:latin typeface="Carnas-ExtraBold" panose="02000503000000020004" pitchFamily="50" charset="0"/>
              </a:defRPr>
            </a:lvl1pPr>
          </a:lstStyle>
          <a:p>
            <a:r>
              <a:rPr lang="de-DE" dirty="0"/>
              <a:t>Monday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CCD58A-4CAB-A9C1-789C-A44C9007D664}"/>
              </a:ext>
            </a:extLst>
          </p:cNvPr>
          <p:cNvSpPr txBox="1"/>
          <p:nvPr/>
        </p:nvSpPr>
        <p:spPr>
          <a:xfrm>
            <a:off x="7615473" y="200517"/>
            <a:ext cx="36048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3200">
                <a:latin typeface="Carnas-ExtraBold" panose="02000503000000020004" pitchFamily="50" charset="0"/>
              </a:defRPr>
            </a:lvl1pPr>
          </a:lstStyle>
          <a:p>
            <a:r>
              <a:rPr lang="de-DE" dirty="0"/>
              <a:t>06.07.2026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65A49C-4D6D-C290-6ACA-436A1E3013F3}"/>
              </a:ext>
            </a:extLst>
          </p:cNvPr>
          <p:cNvSpPr txBox="1"/>
          <p:nvPr/>
        </p:nvSpPr>
        <p:spPr>
          <a:xfrm>
            <a:off x="570292" y="1634347"/>
            <a:ext cx="1944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Contact </a:t>
            </a:r>
            <a:r>
              <a:rPr lang="de-DE" sz="2400" b="1" dirty="0" err="1"/>
              <a:t>No</a:t>
            </a:r>
            <a:r>
              <a:rPr lang="de-DE" sz="2400" b="1" dirty="0"/>
              <a:t>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94F4FE-C159-8B8B-E070-D8B6DF12E740}"/>
              </a:ext>
            </a:extLst>
          </p:cNvPr>
          <p:cNvSpPr txBox="1"/>
          <p:nvPr/>
        </p:nvSpPr>
        <p:spPr>
          <a:xfrm>
            <a:off x="140208" y="2157851"/>
            <a:ext cx="22912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Contact Name: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0D77F9-6536-BA7F-4EA6-89A0EB82664C}"/>
              </a:ext>
            </a:extLst>
          </p:cNvPr>
          <p:cNvSpPr txBox="1"/>
          <p:nvPr/>
        </p:nvSpPr>
        <p:spPr>
          <a:xfrm>
            <a:off x="1012567" y="2798171"/>
            <a:ext cx="1418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 err="1"/>
              <a:t>Address</a:t>
            </a:r>
            <a:r>
              <a:rPr lang="de-DE" sz="2400" b="1" dirty="0"/>
              <a:t>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5E22D3B-912C-4693-00E1-D74784C1F260}"/>
              </a:ext>
            </a:extLst>
          </p:cNvPr>
          <p:cNvSpPr txBox="1"/>
          <p:nvPr/>
        </p:nvSpPr>
        <p:spPr>
          <a:xfrm>
            <a:off x="976835" y="3367332"/>
            <a:ext cx="15746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Weather: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C5B5A6-46E3-3184-1051-58E7CD6B48CE}"/>
              </a:ext>
            </a:extLst>
          </p:cNvPr>
          <p:cNvSpPr txBox="1"/>
          <p:nvPr/>
        </p:nvSpPr>
        <p:spPr>
          <a:xfrm>
            <a:off x="2475187" y="1545020"/>
            <a:ext cx="26118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23-0266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272A26-CAF6-D6E0-31E6-7EB7BC3DA6EF}"/>
              </a:ext>
            </a:extLst>
          </p:cNvPr>
          <p:cNvSpPr txBox="1"/>
          <p:nvPr/>
        </p:nvSpPr>
        <p:spPr>
          <a:xfrm>
            <a:off x="2511974" y="2157850"/>
            <a:ext cx="42461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Dillmann Aschaffenburger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09D555-1105-A88B-50FD-5AC1A201C6E9}"/>
              </a:ext>
            </a:extLst>
          </p:cNvPr>
          <p:cNvSpPr txBox="1"/>
          <p:nvPr/>
        </p:nvSpPr>
        <p:spPr>
          <a:xfrm>
            <a:off x="2475186" y="2788232"/>
            <a:ext cx="3620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Wiesbaden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4517CD-217C-57FD-2CE9-E7002A5405C5}"/>
              </a:ext>
            </a:extLst>
          </p:cNvPr>
          <p:cNvSpPr txBox="1"/>
          <p:nvPr/>
        </p:nvSpPr>
        <p:spPr>
          <a:xfrm>
            <a:off x="2475186" y="3349540"/>
            <a:ext cx="28080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25°C  |  💨 1m/s  |  Ein paar Wolken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517C75-DDDF-D025-618D-5719B5FE0707}"/>
              </a:ext>
            </a:extLst>
          </p:cNvPr>
          <p:cNvSpPr txBox="1"/>
          <p:nvPr/>
        </p:nvSpPr>
        <p:spPr>
          <a:xfrm>
            <a:off x="9210842" y="1265015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Mick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29758D-188E-C7D9-5D3B-617714421299}"/>
              </a:ext>
            </a:extLst>
          </p:cNvPr>
          <p:cNvSpPr txBox="1"/>
          <p:nvPr/>
        </p:nvSpPr>
        <p:spPr>
          <a:xfrm>
            <a:off x="9756092" y="4302625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6DE1576-ACA7-83DA-A76B-059C2FFF7EBB}"/>
              </a:ext>
            </a:extLst>
          </p:cNvPr>
          <p:cNvSpPr txBox="1"/>
          <p:nvPr/>
        </p:nvSpPr>
        <p:spPr>
          <a:xfrm>
            <a:off x="9826995" y="6330628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3BF8C49-7DE7-DAC5-A45E-916AB273438D}"/>
              </a:ext>
            </a:extLst>
          </p:cNvPr>
          <p:cNvSpPr txBox="1"/>
          <p:nvPr/>
        </p:nvSpPr>
        <p:spPr>
          <a:xfrm>
            <a:off x="6860607" y="2381399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15D5AEE-88AA-0B85-4168-95557EC54E4C}"/>
              </a:ext>
            </a:extLst>
          </p:cNvPr>
          <p:cNvSpPr txBox="1"/>
          <p:nvPr/>
        </p:nvSpPr>
        <p:spPr>
          <a:xfrm>
            <a:off x="6860606" y="4369918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DAA116-9F29-5C24-9D25-D7D9AB546E64}"/>
              </a:ext>
            </a:extLst>
          </p:cNvPr>
          <p:cNvSpPr txBox="1"/>
          <p:nvPr/>
        </p:nvSpPr>
        <p:spPr>
          <a:xfrm>
            <a:off x="6908777" y="6358437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pic>
        <p:nvPicPr>
          <p:cNvPr id="91" name="Personel 1" descr="Marec_Edel_oDcCbed.jpg">
            <a:extLst>
              <a:ext uri="{FF2B5EF4-FFF2-40B4-BE49-F238E27FC236}">
                <a16:creationId xmlns:a16="http://schemas.microsoft.com/office/drawing/2014/main" id="{6DCF286D-86D9-E809-4E06-9FC0D70F3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8127" y="5963079"/>
            <a:ext cx="735097" cy="735097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2" name="Personel 2" descr="Default Picture.jpg">
            <a:extLst>
              <a:ext uri="{FF2B5EF4-FFF2-40B4-BE49-F238E27FC236}">
                <a16:creationId xmlns:a16="http://schemas.microsoft.com/office/drawing/2014/main" id="{BFACAD4B-FF4B-67CB-CA96-F2B30AA1F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8770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3" name="Personel 3" descr="Default Picture.jpg">
            <a:extLst>
              <a:ext uri="{FF2B5EF4-FFF2-40B4-BE49-F238E27FC236}">
                <a16:creationId xmlns:a16="http://schemas.microsoft.com/office/drawing/2014/main" id="{0D26FB7B-DEAC-C90A-FD98-D9AA85960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9413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4" name="Personel 4" descr="Default Picture.jpg">
            <a:extLst>
              <a:ext uri="{FF2B5EF4-FFF2-40B4-BE49-F238E27FC236}">
                <a16:creationId xmlns:a16="http://schemas.microsoft.com/office/drawing/2014/main" id="{C074D251-BF28-42A0-1E90-81EAE5ABF2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56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5" name="Personel 5" descr="Default Picture.jpg">
            <a:extLst>
              <a:ext uri="{FF2B5EF4-FFF2-40B4-BE49-F238E27FC236}">
                <a16:creationId xmlns:a16="http://schemas.microsoft.com/office/drawing/2014/main" id="{0E9CF372-13E8-D1D9-264C-F06D8D1D2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99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6" name="Personel 6" descr="Default Picture.jpg">
            <a:extLst>
              <a:ext uri="{FF2B5EF4-FFF2-40B4-BE49-F238E27FC236}">
                <a16:creationId xmlns:a16="http://schemas.microsoft.com/office/drawing/2014/main" id="{A42E6772-D300-D62C-EB76-A30D27C91A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42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7660541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00">
        <p:split orient="vert"/>
      </p:transition>
    </mc:Choice>
    <mc:Fallback>
      <p:transition spd="slow" advTm="2000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3.33333E-6 L 0.19857 3.33333E-6 C 0.28751 3.33333E-6 0.39714 -0.05926 0.39714 -0.10672 L 0.39714 -0.21297 " pathEditMode="relative" rAng="0" ptsTypes="AAAA">
                                      <p:cBhvr>
                                        <p:cTn id="6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857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0"/>
                            </p:stCondLst>
                            <p:childTnLst>
                              <p:par>
                                <p:cTn id="15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5000" fill="hold"/>
                                        <p:tgtEl>
                                          <p:spTgt spid="91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0"/>
                            </p:stCondLst>
                            <p:childTnLst>
                              <p:par>
                                <p:cTn id="18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9714 -0.21297 L 0.1987 -0.21297 C 0.10977 -0.21297 0.0004 -0.15255 0.0004 -0.10371 L 0.0004 0.00416 " pathEditMode="relative" rAng="0" ptsTypes="AAAA">
                                      <p:cBhvr>
                                        <p:cTn id="19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844" y="10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0"/>
                            </p:stCondLst>
                            <p:childTnLst>
                              <p:par>
                                <p:cTn id="21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2000" fill="hold"/>
                                        <p:tgtEl>
                                          <p:spTgt spid="91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2000"/>
                            </p:stCondLst>
                            <p:childTnLst>
                              <p:par>
                                <p:cTn id="24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3.7037E-6 L 0.23334 -3.7037E-6 C 0.33789 -3.7037E-6 0.4668 -0.05625 0.4668 -0.10162 L 0.4668 -0.20254 " pathEditMode="relative" rAng="0" ptsTypes="AAAA">
                                      <p:cBhvr>
                                        <p:cTn id="25" dur="2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333" y="-10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4000"/>
                            </p:stCondLst>
                            <p:childTnLst>
                              <p:par>
                                <p:cTn id="27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0"/>
                            </p:stCondLst>
                            <p:childTnLst>
                              <p:par>
                                <p:cTn id="34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5" dur="2000" fill="hold"/>
                                        <p:tgtEl>
                                          <p:spTgt spid="92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7000"/>
                            </p:stCondLst>
                            <p:childTnLst>
                              <p:par>
                                <p:cTn id="37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668 -0.21297 L 0.23321 -0.21297 C 0.12878 -0.21297 -3.54167E-6 -0.15463 -3.54167E-6 -0.10718 L -3.54167E-6 3.33333E-6 " pathEditMode="relative" rAng="0" ptsTypes="AAAA">
                                      <p:cBhvr>
                                        <p:cTn id="38" dur="2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346" y="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9000"/>
                            </p:stCondLst>
                            <p:childTnLst>
                              <p:par>
                                <p:cTn id="40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" dur="2000" fill="hold"/>
                                        <p:tgtEl>
                                          <p:spTgt spid="92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1000"/>
                            </p:stCondLst>
                            <p:childTnLst>
                              <p:par>
                                <p:cTn id="43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3.33333E-6 L 0.26823 3.33333E-6 C 0.38828 3.33333E-6 0.53646 -0.05903 0.53646 -0.10672 L 0.53646 -0.21297 " pathEditMode="relative" rAng="0" ptsTypes="AAAA">
                                      <p:cBhvr>
                                        <p:cTn id="44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823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3000"/>
                            </p:stCondLst>
                            <p:childTnLst>
                              <p:par>
                                <p:cTn id="46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4000"/>
                            </p:stCondLst>
                            <p:childTnLst>
                              <p:par>
                                <p:cTn id="53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4" dur="2000" fill="hold"/>
                                        <p:tgtEl>
                                          <p:spTgt spid="93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0"/>
                            </p:stCondLst>
                            <p:childTnLst>
                              <p:par>
                                <p:cTn id="56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3646 -0.21297 L 0.26771 -0.21297 C 0.1474 -0.21297 -0.00065 -0.15417 -0.00065 -0.10672 L -0.00065 -0.00047 " pathEditMode="relative" rAng="0" ptsTypes="AAAA">
                                      <p:cBhvr>
                                        <p:cTn id="57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862" y="10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8000"/>
                            </p:stCondLst>
                            <p:childTnLst>
                              <p:par>
                                <p:cTn id="59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0" dur="2000" fill="hold"/>
                                        <p:tgtEl>
                                          <p:spTgt spid="93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0000"/>
                            </p:stCondLst>
                            <p:childTnLst>
                              <p:par>
                                <p:cTn id="62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-0.00856 L 0.303 -0.00856 C 0.4388 -0.00856 0.60612 -0.06504 0.60612 -0.11088 L 0.60612 -0.21296 " pathEditMode="relative" rAng="0" ptsTypes="AAAA">
                                      <p:cBhvr>
                                        <p:cTn id="63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299" y="-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2000"/>
                            </p:stCondLst>
                            <p:childTnLst>
                              <p:par>
                                <p:cTn id="6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33000"/>
                            </p:stCondLst>
                            <p:childTnLst>
                              <p:par>
                                <p:cTn id="72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3" dur="2000" fill="hold"/>
                                        <p:tgtEl>
                                          <p:spTgt spid="94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5000"/>
                            </p:stCondLst>
                            <p:childTnLst>
                              <p:par>
                                <p:cTn id="75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0612 -0.21297 L 0.30169 -0.21297 C 0.16602 -0.21297 -0.00117 -0.15602 -0.00117 -0.10926 L -0.00117 -0.00556 " pathEditMode="relative" rAng="0" ptsTypes="AAAA">
                                      <p:cBhvr>
                                        <p:cTn id="76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365" y="10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000"/>
                            </p:stCondLst>
                            <p:childTnLst>
                              <p:par>
                                <p:cTn id="78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9" dur="2000" fill="hold"/>
                                        <p:tgtEl>
                                          <p:spTgt spid="94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9000"/>
                            </p:stCondLst>
                            <p:childTnLst>
                              <p:par>
                                <p:cTn id="81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1.11111E-6 L 0.34062 -1.11111E-6 C 0.49336 -1.11111E-6 0.68151 -0.05671 0.68151 -0.10255 L 0.68151 -0.2044 " pathEditMode="relative" rAng="0" ptsTypes="AAAA">
                                      <p:cBhvr>
                                        <p:cTn id="82" dur="2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076" y="-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41000"/>
                            </p:stCondLst>
                            <p:childTnLst>
                              <p:par>
                                <p:cTn id="84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42000"/>
                            </p:stCondLst>
                            <p:childTnLst>
                              <p:par>
                                <p:cTn id="91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2" dur="2000" fill="hold"/>
                                        <p:tgtEl>
                                          <p:spTgt spid="95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44000"/>
                            </p:stCondLst>
                            <p:childTnLst>
                              <p:par>
                                <p:cTn id="94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7578 -0.21297 L 0.33711 -0.21297 C 0.18529 -0.21297 -0.00143 -0.15463 -0.00143 -0.10672 L -0.00143 -0.00047 " pathEditMode="relative" rAng="0" ptsTypes="AAAA">
                                      <p:cBhvr>
                                        <p:cTn id="95" dur="2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854" y="10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6000"/>
                            </p:stCondLst>
                            <p:childTnLst>
                              <p:par>
                                <p:cTn id="97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8" dur="2000" fill="hold"/>
                                        <p:tgtEl>
                                          <p:spTgt spid="95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48000"/>
                            </p:stCondLst>
                            <p:childTnLst>
                              <p:par>
                                <p:cTn id="100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573 -0.01598 L 0.3681 -0.01598 C 0.53554 -0.01598 0.74206 -0.07037 0.74206 -0.11459 L 0.74206 -0.21297 " pathEditMode="relative" rAng="0" ptsTypes="AAAA">
                                      <p:cBhvr>
                                        <p:cTn id="101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383" y="-986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0000"/>
                            </p:stCondLst>
                            <p:childTnLst>
                              <p:par>
                                <p:cTn id="103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51000"/>
                            </p:stCondLst>
                            <p:childTnLst>
                              <p:par>
                                <p:cTn id="110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2000" fill="hold"/>
                                        <p:tgtEl>
                                          <p:spTgt spid="96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3000"/>
                            </p:stCondLst>
                            <p:childTnLst>
                              <p:par>
                                <p:cTn id="113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74544 -0.21297 L 0.37278 -0.21297 C 0.20599 -0.21297 0.00039 -0.1551 0.00039 -0.10764 L 0.00039 -0.00209 " pathEditMode="relative" rAng="0" ptsTypes="AAAA">
                                      <p:cBhvr>
                                        <p:cTn id="114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253" y="10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55000"/>
                            </p:stCondLst>
                            <p:childTnLst>
                              <p:par>
                                <p:cTn id="116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7" dur="2000" fill="hold"/>
                                        <p:tgtEl>
                                          <p:spTgt spid="96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63234-0936-015B-9046-0AD37BF02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E76BB70E-948B-9D75-9839-016A8D8BF155}"/>
              </a:ext>
            </a:extLst>
          </p:cNvPr>
          <p:cNvSpPr txBox="1"/>
          <p:nvPr/>
        </p:nvSpPr>
        <p:spPr>
          <a:xfrm>
            <a:off x="241738" y="210207"/>
            <a:ext cx="3867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dirty="0">
                <a:latin typeface="Carnas-ExtraBold" panose="02000503000000020004" pitchFamily="50" charset="0"/>
              </a:rPr>
              <a:t>KW 28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74D8EA-AE86-BAAB-60EE-903FB38B09BA}"/>
              </a:ext>
            </a:extLst>
          </p:cNvPr>
          <p:cNvSpPr txBox="1"/>
          <p:nvPr/>
        </p:nvSpPr>
        <p:spPr>
          <a:xfrm>
            <a:off x="4330261" y="210207"/>
            <a:ext cx="32852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3200">
                <a:latin typeface="Carnas-ExtraBold" panose="02000503000000020004" pitchFamily="50" charset="0"/>
              </a:defRPr>
            </a:lvl1pPr>
          </a:lstStyle>
          <a:p>
            <a:r>
              <a:rPr lang="de-DE" dirty="0"/>
              <a:t>Monday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392B4C-82EC-F8BF-445C-1B1E202DE0C7}"/>
              </a:ext>
            </a:extLst>
          </p:cNvPr>
          <p:cNvSpPr txBox="1"/>
          <p:nvPr/>
        </p:nvSpPr>
        <p:spPr>
          <a:xfrm>
            <a:off x="7615473" y="200517"/>
            <a:ext cx="36048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3200">
                <a:latin typeface="Carnas-ExtraBold" panose="02000503000000020004" pitchFamily="50" charset="0"/>
              </a:defRPr>
            </a:lvl1pPr>
          </a:lstStyle>
          <a:p>
            <a:r>
              <a:rPr lang="de-DE" dirty="0"/>
              <a:t>06.07.2026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7D1717-360F-3EFF-30C7-E2058513CC2D}"/>
              </a:ext>
            </a:extLst>
          </p:cNvPr>
          <p:cNvSpPr txBox="1"/>
          <p:nvPr/>
        </p:nvSpPr>
        <p:spPr>
          <a:xfrm>
            <a:off x="570292" y="1634347"/>
            <a:ext cx="1944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Contact </a:t>
            </a:r>
            <a:r>
              <a:rPr lang="de-DE" sz="2400" b="1" dirty="0" err="1"/>
              <a:t>No</a:t>
            </a:r>
            <a:r>
              <a:rPr lang="de-DE" sz="2400" b="1" dirty="0"/>
              <a:t>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620072-030B-EDA1-04D6-960DEE0E11C5}"/>
              </a:ext>
            </a:extLst>
          </p:cNvPr>
          <p:cNvSpPr txBox="1"/>
          <p:nvPr/>
        </p:nvSpPr>
        <p:spPr>
          <a:xfrm>
            <a:off x="140208" y="2157851"/>
            <a:ext cx="22912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Contact Name: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959E92-7C31-651E-50EB-E324E3A2F585}"/>
              </a:ext>
            </a:extLst>
          </p:cNvPr>
          <p:cNvSpPr txBox="1"/>
          <p:nvPr/>
        </p:nvSpPr>
        <p:spPr>
          <a:xfrm>
            <a:off x="1012567" y="2798171"/>
            <a:ext cx="1418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 err="1"/>
              <a:t>Address</a:t>
            </a:r>
            <a:r>
              <a:rPr lang="de-DE" sz="2400" b="1" dirty="0"/>
              <a:t>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3AD411-0620-0B8A-952C-2BD4B0BC7595}"/>
              </a:ext>
            </a:extLst>
          </p:cNvPr>
          <p:cNvSpPr txBox="1"/>
          <p:nvPr/>
        </p:nvSpPr>
        <p:spPr>
          <a:xfrm>
            <a:off x="976835" y="3367332"/>
            <a:ext cx="15746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Weather: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796E2A-7525-2337-3F98-F7E5906916EC}"/>
              </a:ext>
            </a:extLst>
          </p:cNvPr>
          <p:cNvSpPr txBox="1"/>
          <p:nvPr/>
        </p:nvSpPr>
        <p:spPr>
          <a:xfrm>
            <a:off x="2475187" y="1545020"/>
            <a:ext cx="26118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23-0266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B6F741-5D77-81BE-9E77-92FBAD9B9D77}"/>
              </a:ext>
            </a:extLst>
          </p:cNvPr>
          <p:cNvSpPr txBox="1"/>
          <p:nvPr/>
        </p:nvSpPr>
        <p:spPr>
          <a:xfrm>
            <a:off x="2511974" y="2157850"/>
            <a:ext cx="42461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Dillmann Aschaffenburger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3F8A9E-4F50-4AF9-A149-A83587130E1B}"/>
              </a:ext>
            </a:extLst>
          </p:cNvPr>
          <p:cNvSpPr txBox="1"/>
          <p:nvPr/>
        </p:nvSpPr>
        <p:spPr>
          <a:xfrm>
            <a:off x="2475186" y="2788232"/>
            <a:ext cx="3620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Wiesbaden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9F6062-5DA8-9E32-8A3D-A52AC36B4F15}"/>
              </a:ext>
            </a:extLst>
          </p:cNvPr>
          <p:cNvSpPr txBox="1"/>
          <p:nvPr/>
        </p:nvSpPr>
        <p:spPr>
          <a:xfrm>
            <a:off x="2475186" y="3349540"/>
            <a:ext cx="28080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25°C  |  💨 1m/s  |  Ein paar Wolken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4EF51BB-F907-C90E-396C-F66576D39FE4}"/>
              </a:ext>
            </a:extLst>
          </p:cNvPr>
          <p:cNvSpPr txBox="1"/>
          <p:nvPr/>
        </p:nvSpPr>
        <p:spPr>
          <a:xfrm>
            <a:off x="9210842" y="1265015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Mick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4AA798A-1C8F-7120-31F4-E7CEE34B84C5}"/>
              </a:ext>
            </a:extLst>
          </p:cNvPr>
          <p:cNvSpPr txBox="1"/>
          <p:nvPr/>
        </p:nvSpPr>
        <p:spPr>
          <a:xfrm>
            <a:off x="9756092" y="4302625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2CD2E2-BD2E-D514-85FF-69B9CA4FF566}"/>
              </a:ext>
            </a:extLst>
          </p:cNvPr>
          <p:cNvSpPr txBox="1"/>
          <p:nvPr/>
        </p:nvSpPr>
        <p:spPr>
          <a:xfrm>
            <a:off x="9826995" y="6330628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339599C-CA98-EEAF-253B-784E279DACD1}"/>
              </a:ext>
            </a:extLst>
          </p:cNvPr>
          <p:cNvSpPr txBox="1"/>
          <p:nvPr/>
        </p:nvSpPr>
        <p:spPr>
          <a:xfrm>
            <a:off x="6860607" y="2381399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BE25914-83D9-5765-7DE4-04EE68EB9F1E}"/>
              </a:ext>
            </a:extLst>
          </p:cNvPr>
          <p:cNvSpPr txBox="1"/>
          <p:nvPr/>
        </p:nvSpPr>
        <p:spPr>
          <a:xfrm>
            <a:off x="6860606" y="4369918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7EB9DA6-E08A-4F33-72CE-B9C48D495B5A}"/>
              </a:ext>
            </a:extLst>
          </p:cNvPr>
          <p:cNvSpPr txBox="1"/>
          <p:nvPr/>
        </p:nvSpPr>
        <p:spPr>
          <a:xfrm>
            <a:off x="6908777" y="6358437"/>
            <a:ext cx="2786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pic>
        <p:nvPicPr>
          <p:cNvPr id="91" name="Personel 1" descr="Marec_Edel_oDcCbed.jpg">
            <a:extLst>
              <a:ext uri="{FF2B5EF4-FFF2-40B4-BE49-F238E27FC236}">
                <a16:creationId xmlns:a16="http://schemas.microsoft.com/office/drawing/2014/main" id="{AE3E9B26-C1EA-0E4C-4313-E5BFDE0A4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8127" y="5963079"/>
            <a:ext cx="735097" cy="735097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2" name="Personel 2" descr="Default Picture.jpg">
            <a:extLst>
              <a:ext uri="{FF2B5EF4-FFF2-40B4-BE49-F238E27FC236}">
                <a16:creationId xmlns:a16="http://schemas.microsoft.com/office/drawing/2014/main" id="{916DB4DD-240E-C1BD-ABF9-801024B9B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8770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3" name="Personel 3" descr="Default Picture.jpg">
            <a:extLst>
              <a:ext uri="{FF2B5EF4-FFF2-40B4-BE49-F238E27FC236}">
                <a16:creationId xmlns:a16="http://schemas.microsoft.com/office/drawing/2014/main" id="{43C8B6FF-449D-3AD8-4DA4-92917307F0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9413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4" name="Personel 4" descr="Default Picture.jpg">
            <a:extLst>
              <a:ext uri="{FF2B5EF4-FFF2-40B4-BE49-F238E27FC236}">
                <a16:creationId xmlns:a16="http://schemas.microsoft.com/office/drawing/2014/main" id="{0CD55A1F-F7F3-9406-A3EB-9EAA02A283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56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5" name="Personel 5" descr="Default Picture.jpg">
            <a:extLst>
              <a:ext uri="{FF2B5EF4-FFF2-40B4-BE49-F238E27FC236}">
                <a16:creationId xmlns:a16="http://schemas.microsoft.com/office/drawing/2014/main" id="{735DBA25-D021-E71C-ADB3-B556E7FC3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99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6" name="Personel 6" descr="Default Picture.jpg">
            <a:extLst>
              <a:ext uri="{FF2B5EF4-FFF2-40B4-BE49-F238E27FC236}">
                <a16:creationId xmlns:a16="http://schemas.microsoft.com/office/drawing/2014/main" id="{87958A26-B750-47D4-CAF2-FB2AADA17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42" y="5963079"/>
            <a:ext cx="734400" cy="734400"/>
          </a:xfrm>
          <a:prstGeom prst="ellipse">
            <a:avLst/>
          </a:prstGeom>
          <a:ln w="6350" cap="rnd">
            <a:solidFill>
              <a:srgbClr val="92D050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7165201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2000">
        <p:split orient="vert"/>
      </p:transition>
    </mc:Choice>
    <mc:Fallback>
      <p:transition spd="slow" advTm="2000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3.33333E-6 L 0.19857 3.33333E-6 C 0.28751 3.33333E-6 0.39714 -0.05926 0.39714 -0.10672 L 0.39714 -0.21297 " pathEditMode="relative" rAng="0" ptsTypes="AAAA">
                                      <p:cBhvr>
                                        <p:cTn id="6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857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0"/>
                            </p:stCondLst>
                            <p:childTnLst>
                              <p:par>
                                <p:cTn id="15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5000" fill="hold"/>
                                        <p:tgtEl>
                                          <p:spTgt spid="91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0"/>
                            </p:stCondLst>
                            <p:childTnLst>
                              <p:par>
                                <p:cTn id="18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39714 -0.21297 L 0.1987 -0.21297 C 0.10977 -0.21297 0.0004 -0.15255 0.0004 -0.10371 L 0.0004 0.00416 " pathEditMode="relative" rAng="0" ptsTypes="AAAA">
                                      <p:cBhvr>
                                        <p:cTn id="19" dur="2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844" y="10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0"/>
                            </p:stCondLst>
                            <p:childTnLst>
                              <p:par>
                                <p:cTn id="21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2000" fill="hold"/>
                                        <p:tgtEl>
                                          <p:spTgt spid="91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2000"/>
                            </p:stCondLst>
                            <p:childTnLst>
                              <p:par>
                                <p:cTn id="24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3.7037E-6 L 0.23334 -3.7037E-6 C 0.33789 -3.7037E-6 0.4668 -0.05625 0.4668 -0.10162 L 0.4668 -0.20254 " pathEditMode="relative" rAng="0" ptsTypes="AAAA">
                                      <p:cBhvr>
                                        <p:cTn id="25" dur="2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333" y="-10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4000"/>
                            </p:stCondLst>
                            <p:childTnLst>
                              <p:par>
                                <p:cTn id="27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0"/>
                            </p:stCondLst>
                            <p:childTnLst>
                              <p:par>
                                <p:cTn id="34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5" dur="2000" fill="hold"/>
                                        <p:tgtEl>
                                          <p:spTgt spid="92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7000"/>
                            </p:stCondLst>
                            <p:childTnLst>
                              <p:par>
                                <p:cTn id="37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668 -0.21297 L 0.23321 -0.21297 C 0.12878 -0.21297 -3.54167E-6 -0.15463 -3.54167E-6 -0.10718 L -3.54167E-6 3.33333E-6 " pathEditMode="relative" rAng="0" ptsTypes="AAAA">
                                      <p:cBhvr>
                                        <p:cTn id="38" dur="2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346" y="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9000"/>
                            </p:stCondLst>
                            <p:childTnLst>
                              <p:par>
                                <p:cTn id="40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" dur="2000" fill="hold"/>
                                        <p:tgtEl>
                                          <p:spTgt spid="92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1000"/>
                            </p:stCondLst>
                            <p:childTnLst>
                              <p:par>
                                <p:cTn id="43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3.33333E-6 L 0.26823 3.33333E-6 C 0.38828 3.33333E-6 0.53646 -0.05903 0.53646 -0.10672 L 0.53646 -0.21297 " pathEditMode="relative" rAng="0" ptsTypes="AAAA">
                                      <p:cBhvr>
                                        <p:cTn id="44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823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3000"/>
                            </p:stCondLst>
                            <p:childTnLst>
                              <p:par>
                                <p:cTn id="46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4000"/>
                            </p:stCondLst>
                            <p:childTnLst>
                              <p:par>
                                <p:cTn id="53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4" dur="2000" fill="hold"/>
                                        <p:tgtEl>
                                          <p:spTgt spid="93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0"/>
                            </p:stCondLst>
                            <p:childTnLst>
                              <p:par>
                                <p:cTn id="56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53646 -0.21297 L 0.26771 -0.21297 C 0.1474 -0.21297 -0.00065 -0.15417 -0.00065 -0.10672 L -0.00065 -0.00047 " pathEditMode="relative" rAng="0" ptsTypes="AAAA">
                                      <p:cBhvr>
                                        <p:cTn id="57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862" y="10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8000"/>
                            </p:stCondLst>
                            <p:childTnLst>
                              <p:par>
                                <p:cTn id="59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0" dur="2000" fill="hold"/>
                                        <p:tgtEl>
                                          <p:spTgt spid="93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0000"/>
                            </p:stCondLst>
                            <p:childTnLst>
                              <p:par>
                                <p:cTn id="62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-0.00856 L 0.303 -0.00856 C 0.4388 -0.00856 0.60612 -0.06504 0.60612 -0.11088 L 0.60612 -0.21296 " pathEditMode="relative" rAng="0" ptsTypes="AAAA">
                                      <p:cBhvr>
                                        <p:cTn id="63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299" y="-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2000"/>
                            </p:stCondLst>
                            <p:childTnLst>
                              <p:par>
                                <p:cTn id="6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33000"/>
                            </p:stCondLst>
                            <p:childTnLst>
                              <p:par>
                                <p:cTn id="72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3" dur="2000" fill="hold"/>
                                        <p:tgtEl>
                                          <p:spTgt spid="94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35000"/>
                            </p:stCondLst>
                            <p:childTnLst>
                              <p:par>
                                <p:cTn id="75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0612 -0.21297 L 0.30169 -0.21297 C 0.16602 -0.21297 -0.00117 -0.15602 -0.00117 -0.10926 L -0.00117 -0.00556 " pathEditMode="relative" rAng="0" ptsTypes="AAAA">
                                      <p:cBhvr>
                                        <p:cTn id="76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365" y="10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000"/>
                            </p:stCondLst>
                            <p:childTnLst>
                              <p:par>
                                <p:cTn id="78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79" dur="2000" fill="hold"/>
                                        <p:tgtEl>
                                          <p:spTgt spid="94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9000"/>
                            </p:stCondLst>
                            <p:childTnLst>
                              <p:par>
                                <p:cTn id="81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1.11111E-6 L 0.34062 -1.11111E-6 C 0.49336 -1.11111E-6 0.68151 -0.05671 0.68151 -0.10255 L 0.68151 -0.2044 " pathEditMode="relative" rAng="0" ptsTypes="AAAA">
                                      <p:cBhvr>
                                        <p:cTn id="82" dur="2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076" y="-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41000"/>
                            </p:stCondLst>
                            <p:childTnLst>
                              <p:par>
                                <p:cTn id="84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42000"/>
                            </p:stCondLst>
                            <p:childTnLst>
                              <p:par>
                                <p:cTn id="91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2" dur="2000" fill="hold"/>
                                        <p:tgtEl>
                                          <p:spTgt spid="95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44000"/>
                            </p:stCondLst>
                            <p:childTnLst>
                              <p:par>
                                <p:cTn id="94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67578 -0.21297 L 0.33711 -0.21297 C 0.18529 -0.21297 -0.00143 -0.15463 -0.00143 -0.10672 L -0.00143 -0.00047 " pathEditMode="relative" rAng="0" ptsTypes="AAAA">
                                      <p:cBhvr>
                                        <p:cTn id="95" dur="2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854" y="10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6000"/>
                            </p:stCondLst>
                            <p:childTnLst>
                              <p:par>
                                <p:cTn id="97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8" dur="2000" fill="hold"/>
                                        <p:tgtEl>
                                          <p:spTgt spid="95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48000"/>
                            </p:stCondLst>
                            <p:childTnLst>
                              <p:par>
                                <p:cTn id="100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573 -0.01598 L 0.3681 -0.01598 C 0.53554 -0.01598 0.74206 -0.07037 0.74206 -0.11459 L 0.74206 -0.21297 " pathEditMode="relative" rAng="0" ptsTypes="AAAA">
                                      <p:cBhvr>
                                        <p:cTn id="101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383" y="-986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0000"/>
                            </p:stCondLst>
                            <p:childTnLst>
                              <p:par>
                                <p:cTn id="103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51000"/>
                            </p:stCondLst>
                            <p:childTnLst>
                              <p:par>
                                <p:cTn id="110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1" dur="2000" fill="hold"/>
                                        <p:tgtEl>
                                          <p:spTgt spid="96"/>
                                        </p:tgtEl>
                                      </p:cBhvr>
                                      <p:by x="400000" y="4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3000"/>
                            </p:stCondLst>
                            <p:childTnLst>
                              <p:par>
                                <p:cTn id="113" presetID="5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74544 -0.21297 L 0.37278 -0.21297 C 0.20599 -0.21297 0.00039 -0.1551 0.00039 -0.10764 L 0.00039 -0.00209 " pathEditMode="relative" rAng="0" ptsTypes="AAAA">
                                      <p:cBhvr>
                                        <p:cTn id="114" dur="20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253" y="10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55000"/>
                            </p:stCondLst>
                            <p:childTnLst>
                              <p:par>
                                <p:cTn id="116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7" dur="2000" fill="hold"/>
                                        <p:tgtEl>
                                          <p:spTgt spid="96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</Words>
  <Application>Microsoft Office PowerPoint</Application>
  <PresentationFormat>Widescreen</PresentationFormat>
  <Paragraphs>73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Carnas-ExtraBold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 Jamei</dc:creator>
  <cp:lastModifiedBy>Ahmad Jamei</cp:lastModifiedBy>
  <cp:revision>3</cp:revision>
  <dcterms:created xsi:type="dcterms:W3CDTF">2026-07-09T13:21:22Z</dcterms:created>
  <dcterms:modified xsi:type="dcterms:W3CDTF">2026-07-10T16:03:58Z</dcterms:modified>
</cp:coreProperties>
</file>